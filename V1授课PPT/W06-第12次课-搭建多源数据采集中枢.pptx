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W06 · 第12次课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搭建多源数据采集中枢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P4.1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多源数据采集系统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3台PLC+云端MQTT并发接入。三线程骨架已给；2号PLC会随机掉线——正好实测重连。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Queue满了put会怎样？daemon=True管什么？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多源采集——重点：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Modbus/MQTT协议集成；多线程架构设计（采集/订阅…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交互后变慢：没缓存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修法：@st.cache_data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本节主线：线程并发；Queue线程安全传送带——应用：见工单star… / put/get超时防死等——应用：见工单starter与教… / 退避重试1→2→4s封顶——应用：见工单starter与教…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15542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1554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1.MQTTSubsc…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078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078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2.Processor…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78635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7863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3.30秒统计输出采集率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退避重试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("退避重试=失败后指数等待再试：1s→2s→4s，配上限（3次）…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daemon守护线程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('daemon=True守护线程：主线程退出时守护线程随之被杀—…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对账公式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('对账公式：收到条数==发送条数-重试中-死信数——收发存三方数…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退避重试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指数退避=敲门礼仪：1s没应等2s再4s——封顶8s不轰炸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原理：退避重试=失败后指数等待再试：1s→2s→4s，配上限（3次）——2号PLC这种'戏精'设备专治方案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P4.1核心考点：2号PLC随机掉线必须重连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怎么判断：网络抖动类瞬时故障用重试自愈；硬件真坏重试也无用（区分可自愈/不可自愈错误是工程判断）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delay=min(delay*2, 8)——间隔翻倍不爆炸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逐行看：for i in range(3): try: connect(); break; except: time.sleep(2**i) 1,2,4秒退避——加上抖动random.uniform…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误区：无退避疯狂重试=DDOS自己——掉线风暴越试越瘫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进阶：retrying库装饰器一行搞定；重试期间线程让出CPU（sleep不占核）；最终失败进死信队列人工介入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退避重试：一张图看懂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66b0d4870492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追问：误区：无退避疯狂重试=DDOS自己——掉线风暴越试越瘫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一句话：指数退避=敲门礼仪：1s没应等2s再4s——封顶8s不轰炸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何时用：P4.1核心考点：2号PLC随机掉线必须重连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daemon守护线程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daemon=True=随主灯灭的值夜班——主程序退出它跟着退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原理：daemon=True守护线程：主线程退出时守护线程随之被杀——采集程序主流程结束，后台线程不阻挠进程退出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Ctrl+C后采集进程能干净退出不留后台僵尸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怎么判断：心跳上报/日志刷盘这类'陪跑'线程设daemon；但需要优雅收尾的线程（要flush数据的）不能daemon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 = threading.Thread(target=worker, daemon=True)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逐行看：t=threading.Thread(target=beat,daemon=True) 开工即声明守护——主线程收工全部一起散场，进程不挂起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误区：守护线程里放'必须写完'的落库逻辑——可能中途被掐断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进阶：非守护线程用Event优雅停：stop_event.set()通知循环退出——'善终'与'陪葬'按线程职责选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daemon守护线程：一张图看懂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5048702a902d8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追问：误区：守护线程里放'必须写完'的落库逻辑——可能中途被掐断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一句话：daemon=True=随主灯灭的值夜班——主程序退出它跟着退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何时用：Ctrl+C后采集进程能干净退出不留后台僵尸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对账公式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对账=钱货两清：源计数=入库+异常+丢弃，一条不差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原理：对账公式：收到条数==发送条数-重试中-死信数——收发存三方数字咬合，任何一环丢数立刻对不上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采集完整性的数学表达——工单验收硬指标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怎么判断：每班次结束自动对账：采集端计数器vs中台入库数——差一条就报警，不靠用户发现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assert total_src == total_db + total_err + total_drop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逐行看：sent=counter['send']; received=db.count(); retrying=len(backup_queue); assert sent==received+re…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误区：只报采集条数不对账——丢的行去哪了说不清等于失控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进阶：对账报表进日报（发送/接收/重试/死信四数）；消息ID幂等去重（重试可能双发）——对账与幂等双保险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对账公式：一张图看懂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33f6247d93990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追问：误区：只报采集条数不对账——丢的行去哪了说不清等于失控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一句话：对账=钱货两清：源计数=入库+异常+丢弃，一条不差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何时用：采集完整性的数学表达——工单验收硬指标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backoff 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三线程骨架贯通(采集/…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三线程骨架贯通(采集/订阅/处理)——应用：见工单starter与…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断线重连实测(2号PL…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断线重连实测(2号PLC掉线)——应用：见工单starter与教师…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采集率统计与提升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采集率统计与提升——应用：见工单starter与教师参考实现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架构图绘制入工单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架构图绘制入工单——应用：见工单starter与教师参考实现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backoff 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while not stop.is_set():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got = False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for host, port in PLCS: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if read_one(host, port): got = True; stat["ok"]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else: stat["fail"]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backoff = 1 if got else min(backoff*2, 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time.sleep(0.5 if got else backoff)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Ctrl+C退不出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没设daemon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daemon=True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Queue满卡死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put无超时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put(timeout=1)+丢弃计数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线程日志混乱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Thread(name='Modbus')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P4.1 · 多源数据采集系统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MQTTSubscriber订阅device/+/status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Processor去重+告警+SQLite批量入库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30秒统计输出采集率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三源贯通+无丢失+系统文档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≥99.5%+延迟&lt;100ms+线程安全设计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P4.1 采集上报完成态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PLC1五寄存器读取成功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MQTT上报≥3条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断线重连生效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数值÷10还原正确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高可用演示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达标：≥99.5%+监控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主备采集切换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实时统计小面板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8小时稳定跑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完整多源系统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1610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161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达标：≥95%+文档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补全read_one+on_message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断线重连调通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10分钟统计截图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单源贯通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达标：数据能入库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Modbus采集跑通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Queue到Processor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SQLite见记录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架构观察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达标：能画线程图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跑演示notebook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记录采集率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手画三线程图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决策：入库节奏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丢失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性能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逐条写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批量50/5s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Queue满了put会怎样？daemon=True管什么？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三源贯通+无丢失+系统文档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≥99.5%+延迟&lt;100ms+线程安全设计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903e3b25b3e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退避重试：指数退避=敲门礼仪：1s没应等2s再4s——封…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daemon守护线程：daemon=True=随主灯灭的值夜班——主…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对账公式：对账=钱货两清：源计数=入库+异常+丢弃，一条…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①工单P4.1收尾跑绿并上传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撰写系统架构文档（模块图+数据流图）；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预习SQL基础与数据库设计方法。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学号_姓名_W06.py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给产线数据安个家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工单P4.1跑绿并上传学习平台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给产线数据安个家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搭建多源数据采集中枢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