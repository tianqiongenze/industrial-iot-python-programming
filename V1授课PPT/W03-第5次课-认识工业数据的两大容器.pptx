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1" r:id="rId3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W03 · 第5次课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认识工业数据的两大容器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P2.1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753753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753753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Pandas数据处理管道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数据中台收到一个月产线脏数据(1200行)：缺失/类型/越界/重复/时间戳混乱。构建七步管道。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你（小郑）的第5次出场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数据中台收到一个月产线脏数据(1200行)：缺失/类型/越界/重复/时间戳混乱。构建七步管道。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P2.1 · Pandas数据处理管道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--peek预览+缺失统计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to_datetime三格式统一(combine_first)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掌握DataFrame的核心操作；掌握缺失值、异常值、重复值的处理方法；理解数据质量四维度（完整性、准确性、一致性、时间性）。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能够构建完整的数据清洗管道（1000+行数据）；数据质量评分≥85%（优秀≥90%）；处理速度&lt;30秒；代码PEP 8≥75%。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85544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8554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1.--peek预览+…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032459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03245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2.to_dateti…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315161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31516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3.清洗+类型转换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DataFrame摸底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("DataFrame摸底=动手清洗前先'体检'：shape几行几…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缺失三策略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("缺失三策略：数值列中位数插补（抗离群）、类别列众数或'未知'标…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时间戳统一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('时间戳统一=全表对齐到同一时区同一精度：秒级or毫秒级、本地时…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combine_firs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("combine_first='我有就用我的、没有借你的'：基准…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本章产出：四要素详解页×4 · 图解页×3 · 可跟打代码页×2 · 工单与分层工单各1份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DataFrame摸底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DataFrame=Excel表穿Python外衣：shape量尺/info体检/describe验血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原理：DataFrame摸底=动手清洗前先'体检'：shape几行几列、info各列类型与空值、describe统计分布、head看长相——四板斧定体况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拿到数据的第一个动作——先摸底再动手不盲洗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怎么判断：拿到任何新数据集禁止直接dropna——先摸底搞清'哪里脏、脏多少、什么型'再定策略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df.info()一眼看出哪列缺失哪列类型错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逐行看：df.shape (10000,8)规模；df.info() 列类型+非空计数；df.describe() 均值极值四分位；df.head(10) 看真实长相——四步后清洗方案自现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误区：跳过EDA直接清洗——脏在哪都不知道，白洗一遍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进阶：df.duplicated().sum()查重复；df['col'].value_counts()类别分布；缺失矩阵msno.matrix可视化（进阶库missingno）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缺失三策略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缺失三策=修路三招：dropna封路/fillna填坑/interpolate顺坡补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原理：缺失三策略：数值列中位数插补（抗离群）、类别列众数或'未知'标签、缺失&gt;50%整列评估删除——按列型与缺失率对症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传感器断线NaN——按业务选策略不是随手一删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怎么判断：不是见NaN就drop：温度缺失2%插中位数保留信息；'备注'列缺80%本就非必填——策略随业务含义变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df['vib'].interpolate() 时序线性插值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逐行看：df['temp'].fillna(df['temp'].median()) 数值插补；df['shift'].fillna('未知') 类别兜底；dropna(thresh=len*0.5…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误区：一律dropna——时序删行会断时间轴，插值才是时序正解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进阶：插补标记列df['temp_missing']=df['temp'].isna()保留'缺失本身是信息'（故障期常缺数）；进阶KNN插补借相似设备补值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缺失三策略：一张图看懂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618ca810cd137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追问：误区：一律dropna——时序删行会断时间轴，插值才是时序正解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一句话：缺失三策=修路三招：dropna封路/fillna填坑/interpolate顺坡补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何时用：传感器断线NaN——按业务选策略不是随手一删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时间戳统一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to_datetime=多国时间翻译官：三种格式归一种，coerce坏件标记不炸管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原理：时间戳统一=全表对齐到同一时区同一精度：秒级or毫秒级、本地时orUTC——先统一再排序，否则时序分析全错位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三系统时间格式不一(2026-9-1/09/01/…)的解药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怎么判断：三厂区数据混采（各带各的时间格式）进门第一步：pd.to_datetime归一+tz_localize对齐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pd.to_datetime(col, errors='coerce')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逐行看：df['ts']=pd.to_datetime(df['ts']) 字符串转时间型；df['ts']=df['ts'].dt.tz_localize('Asia/Shanghai') 带上时…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误区：解析失败直接ValueError炸管道——coerce变NaT进缺失策略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进阶：df.set_index('ts')后可用resample('5min').mean()重采样——时间型索引是时序分析的门票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时间戳统一：一张图看懂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e0fde4b6ef5cf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追问：误区：解析失败直接ValueError炸管道——coerce变NaT进缺失策略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一句话：to_datetime=多国时间翻译官：三种格式归一种，coerce坏件标记不炸管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何时用：三系统时间格式不一(2026-9-1/09/01/…)的解药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combine_first补洞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combine_first=主备电源：主列缺电自动切备份列有效值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原理：combine_first='我有就用我的、没有借你的'：基准表缺值从补洞表借——两表对齐索引后按列填补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主传感器与备份传感器双源互补——工业数据增强正规手法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怎么判断：主表3号泵缺2小时、备用采集器恰好有——combine_first把备用数据无缝补进主表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df['vib'].combine_first(df['vib_backup'])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逐行看：df['temp']=df['temp'].combine_first(bak['temp']) 索引对齐后主表NaN处自动取备用值——比merge+fillna两步更直白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误区：双源都缺没兜底——补完后统计缺失率确认是否还需第三源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进阶：多源级联补洞链式a.combine_first(b).combine_first(c)；先reindex统一索引再补，防错位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combine_first补洞：一张图看懂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e07304f72ac4b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追问：误区：双源都缺没兜底——补完后统计缺失率确认是否还需第三源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一句话：combine_first=主备电源：主列缺电自动切备份列有效值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何时用：主传感器与备份传感器双源互补——工业数据增强正规手法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三格式时间统一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parts = [pd.to_datetime(df.ts…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IQR×业务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q1, q3 = df.temp.quantile([.2…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七步管道构建与质量自测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七步管道构建与质量自测——应用：见工单starter与教师参考实现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三格式时间戳统一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三格式时间戳统一——应用：见工单starter与教师参考实现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IQR×业务阈值异常处理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IQR×业务阈值异常处理——应用：见工单starter与教师参考实现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三格式时间统一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parts = [pd.to_datetime(df.ts, format=f, errors="coerce")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for f in ("%Y-%m-%d %H:%M:%S", "%m/%d/%Y %H:%M",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          "%Y%m%d%H%M%S")]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ts = parts[0]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for p in parts[1:]: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ts = ts.combine_first(p)      # 依次填补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df["ts"] = 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IQR×业务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q1, q3 = df.temp.quantile([.25, .75]); iqr = q3 - q1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mask = (df.temp &lt; q1-1.5*iqr) | (df.temp &gt; q3+1.5*iqr) | (df.temp &gt; 120)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df = df[~mask]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链式赋值警告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视图上赋值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用.loc或先copy()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统计量被污染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异常值前先归一化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先清洗后缩放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评分上不去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时间列没转datetime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统一格式后重评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本章聚焦：Pandas清洗——重点： · DataFrame读写与检查方法；…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P2.1 · Pandas数据处理管道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--peek预览+缺失统计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to_datetime三格式统一(combine_first)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清洗+类型转换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管道完整+质量≥85%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质量≥88%+日志可复现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P2.1 清洗管道完成态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02035"/>
            <a:ext cx="7918704" cy="18675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29467"/>
            <a:ext cx="7863840" cy="18126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加载1206行·缺失55（数字可微差）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质量评分≥85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打回单/坏行明细已输出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增量处理+质量90+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达标：处理日志全留痕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只清洗新增行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质量冲90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日志记录每步行数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完整管道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2470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2470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达标：质量≥88%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类型转换+时间统一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插值+IQR处理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去重输出clean.csv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基础清洗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2470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2470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达标：质量≥85%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to_numeric转NaN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dropna简单处理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输出评分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--peek观察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达标：能数出问题类型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预览数据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数缺失/类型错各几个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记录到工单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决策：缺失值策略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信息损失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偏差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dropna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均值填充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插值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dropna/fillna/interpolate各适用什么场景？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管道完整+质量≥85%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质量≥88%+日志可复现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aea68bf3a3a5d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DataFrame摸底：DataFrame=Excel表穿Python…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缺失三策略：缺失三策=修路三招：dropna封路/fill…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时间戳统一：to_datetime=多国时间翻译官：三种格…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①工单P2.1收尾跑绿并上传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撰写数据质量报告（问题类型统计与处理决策说明）；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预习NumPy数组基础。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学号_姓名_W03.py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从脏数据到可信数据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工单P2.1跑绿并上传学习平台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从脏数据到可信数据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W03-05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认识工业数据的两大容器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