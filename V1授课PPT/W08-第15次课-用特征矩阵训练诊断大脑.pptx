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9" r:id="rId30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W08 · 第15次课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用特征矩阵训练诊断大脑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P6.1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239774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239774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故障诊断模型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课程收官：P2.2特征→诊断模型(F1≥0.80)接入P5库；预训练缺陷模型本地推理服务化。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自包含工程应用课：C语言底子直接上工业项目（P1-P7任务链）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数据工程师 / 数据分析 / AI应用 / 采集技术员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Python开发 · 数据应用与服务（1+X）· AI应用实践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前置仅需C语言 → 本课8周 → 后：毕业设计/平台实习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C→Py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4516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4516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工程规范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9539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539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45621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45621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NumP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5847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847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交互式仪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46073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6073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多线程采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9629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9629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数据库设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652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652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Scik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连续剧情 · 你（小郑）的第15次出场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598485"/>
            <a:ext cx="4261104" cy="334098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25917"/>
            <a:ext cx="4206240" cy="328612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B2B28"/>
                </a:solidFill>
                <a:latin typeface="Microsoft YaHei"/>
                <a:ea typeface="Microsoft YaHei"/>
              </a:rPr>
              <a:t>课程收官：P2.2特征→诊断模型(F1≥0.80)接入P5库；预训练缺陷模型本地推理服务化。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P6.1 · 故障诊断模型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五步流: 划分→训练→交叉验证→调参→保存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混淆矩阵+报告(F1≥0.80)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E6A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方总监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吴工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04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掌握Scikit-learn分类建模全流程；理解交叉验证与混淆矩阵的评估方法；了解迁移学习与ONNX部署的基本概念。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能够用P2.2特征训练故障诊断模型（F1≥0.80）；能够将模型封装为推理服务并测试性能；完成前后项目的系统集成。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建立“数据→特征→模型→服务”的端到端工程视野，培养模型版本管理与可复现的工程规范意识。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468628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46862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1.五步流: 划分→训…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51170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51170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2.混淆矩阵+报告(F…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188618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18861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3.joblib保存m…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本章聚焦：机器学习应用——重点： · 分类建模五步流程；交叉验证与F1评…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建模五步流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('建模五步流=定任务(分类/回归)→划分(train/test)…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混淆矩阵业务化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('混淆矩阵业务化：四格翻译成钱——误报(虚惊)白跑一趟200元、…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F1与交叉验证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('F1=精确率与召回率的调和平均（短板拉分），交叉验证=k折轮流…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B01 建模五步流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五步流=产线SOP：划分→训练→交叉验证→调参→joblib保存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原理：建模五步流=定任务(分类/回归)→划分(train/test)→训练fit→评估(测试集)→落盘joblib——顺序错则全错（先看测试集再调参=作弊）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scikit-learn标准作业程序——顺序即纪律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怎么判断：任何监督学习任务按五步走：任务不清不建模、测试集只在最后碰一次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joblib.dump(model, 'model_v20260926.joblib')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逐行看：X_train,X_test,y_train,y_test=train_test_split(X,y,test_size=0.2,stratify=y) 分层划分；clf.fit(X_tra…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误区：模型文件叫model.pkl——带版本/日期命名，回滚审计全靠它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进阶：分层抽样保类别比例（不平衡数据必加）；随机种子random_state=42可复现；五步各产出物写进实验记录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建模五步流：一张图看懂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314" y="1362456"/>
            <a:ext cx="6676108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e3ad025b3146a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6" y="1389888"/>
            <a:ext cx="6621244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两条线张口越大越危险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early stopping 在拐点收手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追问：误区：模型文件叫model.pkl——带版本/日期命名，回滚审计全靠它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一句话：五步流=产线SOP：划分→训练→交叉验证→调参→joblib保存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何时用：scikit-learn标准作业程序——顺序即纪律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B02 混淆矩阵业务化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混淆矩阵=体检报告四格：对角线判对；FN漏检与FP误报代价不对称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原理：混淆矩阵业务化：四格翻译成钱——误报(虚惊)白跑一趟200元、漏报(漏检)停线2万——矩阵每格贴上业务代价，选型才有依据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故障诊断评估不能只看准确率——错在哪类才关键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怎么判断：汇报不能只报准确率：把混淆矩阵换算成'每月损失/收益'——管理层听得懂的语言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FN=漏报真故障(代价高) → 阈值向召回偏移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逐行看：cm=[[46,4],[3,47]]; 误报4×200+漏报3×20000=60800元代价 —— 同准确率不同代价，决策树若漏报更少则业务更优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误区：把混淆矩阵翻译成钱——漏检损失vs误报停机损失，算给业务听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进阶：代价敏感学习class_weight调权重让模型'怕漏报'；阈值前移（降判故障阈值）以误报换漏报——工程旋钮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混淆矩阵业务化：一张图看懂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7a705eb697b9d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追问：误区：把混淆矩阵翻译成钱——漏检损失vs误报停机损失，算给业务听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一句话：混淆矩阵=体检报告四格：对角线判对；FN漏检与FP误报代价不对称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何时用：故障诊断评估不能只看准确率——错在哪类才关键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B03 F1与交叉验证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F1=精确与召回的调和平均（谁短谁说了算）；CV=5防一次划分运气好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原理：F1=精确率与召回率的调和平均（短板拉分），交叉验证=k折轮流当测试集——单一划分的运气成分被平均掉，结论更稳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类别不平衡(故障样本少)时的诚实指标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怎么判断：样本量小（几百条）时单次80%可能是运气——5折交叉验证均值±波动才是可信成绩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cross_val_score(model, X, y, cv=5).mean()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逐行看：from sklearn.model_selection import cross_val_score; cross_val_score(clf,X,y,cv=5,scoring='f1')…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误区：单次划分90%就报喜——五折均值才有说服力，方差也要报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进阶：StratifiedKFold不平衡数据保比例；留一法LOO小样本极限版；网格搜索里的cv参数同一机制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11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F1与交叉验证：一张图看懂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55ef3c8f52c26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追问：误区：单次划分90%就报喜——五折均值才有说服力，方差也要报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一句话：F1=精确与召回的调和平均（谁短谁说了算）；CV=5防一次划分运气好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何时用：类别不平衡(故障样本少)时的诚实指标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本章聚焦：机器学习应用——重点： · 分类建模五步流程；交叉验证与F1评…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推理服务核心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def do_POST(self):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诊断模型训练与F1达标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诊断模型训练与F1达标——应用：见工单starter与教师参考实现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模型接入P5库联动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模型接入P5库联动——应用：见工单starter与教师参考实现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推理服务封装与压测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推理服务封装与压测——应用：见工单starter与教师参考实现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特征顺序对齐校验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特征顺序对齐校验——应用：见工单starter与教师参考实现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推理服务核心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def do_POST(self):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body = json.loads(self.rfile.read(int(self.headers["Content-Length"])))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feats = body["features"]; assert len(feats) == 30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pred = int(model.predict([feats])[0])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self._send(200, {"prediction": pred,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             "label": "磨损" if pred else "正常"})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14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预测恒同一类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特征顺序错位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feature_names.json对齐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模型加载失败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版本不匹配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记录sklearn版本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服务卡死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单线程长阻塞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教学够用/生产Litestar+Granian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本章聚焦：机器学习应用——重点： · 分类建模五步流程；交叉验证与F1评…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P6.1 · 故障诊断模型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五步流: 划分→训练→交叉验证→调参→保存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混淆矩阵+报告(F1≥0.80)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joblib保存model_v1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F1≥0.80并保存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对比+调参记录+接入数据库联动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P6 模型训练完成态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2111"/>
            <a:ext cx="7918704" cy="22873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19543"/>
            <a:ext cx="7863840" cy="22325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LR/RF双模型F1≥0.80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classification_report输出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model_v1.joblib已保存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退出码0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ONNX对比+P7立项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达标：延迟量化对比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导出ONNX测延迟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三模型对比报告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P7综合项目立项书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训练+服务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651172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651172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达标：F1≥0.80+可调用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五步流训练保存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接入数据库联动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curl测试/predict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基线模型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492590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492590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达标：F1达标能保存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RF训练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混淆矩阵输出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joblib保存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调用体验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20611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2061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达标：能发请求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加载预训练模型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发一次预测请求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看返回JSON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决策：模型选型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精度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速度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逻辑回归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随机森林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6966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27024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过拟合的信号是什么？怎么防？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F1≥0.80并保存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对比+调参记录+接入数据库联动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3b2f5f067dc51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建模五步流：五步流=产线SOP：划分→训练→交叉验证→调参…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混淆矩阵业务化：混淆矩阵=体检报告四格：对角线判对；FN漏检与…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F1与交叉验证：F1=精确与召回的调和平均（谁短谁说了算）；C…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①工单P6.1收尾跑绿并上传 ②错题本记1条 ③预习微课+导学单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完成工单P6.1《设备故障诊断模型》：及格标准F1≥0.80+接入数据库；优秀标准模型对比+调参优化+诊断报告；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完成工单P6.2《缺陷检测模型部署》：及格标准推理服务可用；优秀标准延迟达标+版本管理规范；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（选做）规划P7综合项目方案：智能产线监控/故障预测/供应链追溯/数据中台四选一。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学号_姓名_W08.py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把模型部署到产线边缘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方总监带着集团三年计划来验收P6：'模型不错，但数据还躺在十二个文件夹里。'他把服务器钥匙拍在桌上——工单P7：把台账、时序、拓扑、案例、模型串成一个'不睡觉的运维平台'，五库各司其职、缓存…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工单P6.1跑绿并上传学习平台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把模型部署到产线边缘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用特征矩阵训练诊断大脑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