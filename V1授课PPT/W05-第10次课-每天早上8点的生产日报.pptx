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9" r:id="rId3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W05 · 第10次课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每天早上8点的生产日报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P3.2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859026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85902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每日生产分析报告系统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交付两个数据产品：产线驾驶舱(5KPI+筛选)与每日四段式图文日报(HTML+PDF, &lt;2分钟)。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Jinja2变量不匹配会静默空白——怎么防？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可视化与报表——重点：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Plotly/Dash组件与回调机制；KPI指标设计（5项…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频域能量翻倍：忘×2/n或没取单边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修法：rfft+补偿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本节主线：Streamlit脚本式交互；sidebar筛选——应用：… / @st.cache_data缓存重计算——应用：见工单st… / st.metric指标卡(KPI)——应用：见工单star…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掌握Matplotlib/Plotly的常用图表绘制；理解Dash仪表盘组件结构；掌握Jinja2模板与PDF报表生成流程。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能够搭建含5个KPI的交互式仪表盘；能够自动生成图文并茂的HTML+PDF日报；报告生成&lt;2分钟（优秀&lt;1分钟）。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建立“数据产品”意识——可视化是给决策者用的产品，培养用户视角与美学素养。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5323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532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1.Jinja2渲染H…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032459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03245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2.reportlab…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3.生成耗时记录(&lt;2…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本章聚焦：可视化与报表——重点： · Plotly/Dash组件与回调机…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Plotly交互图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('Plotly交互图：悬浮看数值、框选缩放、双击复位——静态图m…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Jinja2模板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('Jinja2模板=HTML里挖{{占位符}}，数据填坑渲染成最…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四段式日报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("四段式日报=标题结论区→KPI表格区→趋势图区→异常明细区——…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Plotly交互图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Plotly=会动会说话的图：悬停看数/框选放大/图例开关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原理：Plotly交互图：悬浮看数值、框选缩放、双击复位——静态图matplotlib给报告，交互图Plotly给驾驶舱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仪表盘交互图表——静态图给不了的能力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怎么判断：趋势图要'拖动缩放查异常段'的场景用Plotly——中控大屏标配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px.line(df, x='ts', y='temp') → st.plotly_chart(fig)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逐行看：import plotly.express as px; px.line(df,x='ts',y='temp') 一行交互图；st.plotly_chart(fig)嵌入Streamlit—…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误区：matplotlib对象塞给plotly_chart——两套体系不互通，统一用一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进阶：px.scatter_matrix多维散点矩阵；dark模板px.defaults.template='plotly_dark'贴大屏；fig.write_html导出可交互文件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Plotly交互图：一张图看懂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44375" y="1362456"/>
            <a:ext cx="6085985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0145c2bdf39b9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07" y="1389888"/>
            <a:ext cx="6031121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绿区 ≥85% 达标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仪表盘=把表跑成图给管理层看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追问：误区：matplotlib对象塞给plotly_chart——两套体系不互通，统一…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一句话：Plotly=会动会说话的图：悬停看数/框选放大/图例开关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何时用：仪表盘交互图表——静态图给不了的能力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Jinja2模板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Jinja2=填空合同：{{变量}}挖坑，render时数据填坑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原理：Jinja2模板=HTML里挖{{占位符}}，数据填坑渲染成最终页面——版式与数据分离，改版式不动代码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HTML日报模板一次写好，数据每天自动填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怎么判断：日报要邮件正文HTML版：模板写死骨架，每天只注入数字——同源双输出（PDF+邮件）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Template('…{{kpi}}…').render(kpi='87%')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逐行看：Template(open('tpl.html').read()).render(kpis=kpis,rows=rows) 数据填{{kpis.oee}}——设计师改HTML，工程师管ren…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误区：模板里拼SQL/逻辑——模板只管样式，逻辑留在Python侧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进阶：模板过滤器{{x|round(2)}}；自动转义防注入（autoescape=True）；宏macro做组件复用——前端工程化最小集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Jinja2模板：一张图看懂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9daf503e2a82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追问：误区：模板里拼SQL/逻辑——模板只管样式，逻辑留在Python侧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一句话：Jinja2=填空合同：{{变量}}挖坑，render时数据填坑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何时用：HTML日报模板一次写好，数据每天自动填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四段式日报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四段式=新闻倒金字塔：概览→分析→异常→附表（与02课W10同口径）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原理：四段式日报=标题结论区→KPI表格区→趋势图区→异常明细区——'结论先行、证据随后、异常兜底'的读报动线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跨课统一口径：P3日报与02课PDF日报同构——一次学会两处复用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怎么判断：executive meeting 5分钟过报：先看结论行（合格率98.2%↑），要细节往下翻——版式服务决策速度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概览一段+分析一图+异常一表+附录数据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逐行看：st.header(f'{date} 生产日报') 标题；st.metric行KPI；st.plotly_chart趋势；st.dataframe(异常Top10) 明细——四段自上而下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误区：两课各写一套格式——统一模板思维，资产可迁移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进阶：异常自动高亮（合格率&lt;95%标红）；st.download_button一键导出PDF——闭环到归档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四段式日报：一张图看懂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92c36f0f10ea8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追问：误区：两课各写一套格式——统一模板思维，资产可迁移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一句话：四段式=新闻倒金字塔：概览→分析→异常→附表（与02课W10同口径）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何时用：跨课统一口径：P3日报与02课PDF日报同构——一次学会两处复用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本章聚焦：可视化与报表——重点： · Plotly/Dash组件与回调机…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KPI指标卡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c1, c2, c3, c4 = st.columns(4)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模板渲染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jinja2 import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搭建5+KPI仪表盘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搭建5+KPI仪表盘——应用：见工单starter与教师参考实现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时间/设备联动筛选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时间/设备联动筛选——应用：见工单starter与教师参考实现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HTML+PDF双格式…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HTML+PDF双格式日报——应用：见工单starter与教师参考…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KPI指标卡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c1, c2, c3, c4 = st.columns(4)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c1.metric("总产量", f"{int(df.output.sum()):,}")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c2.metric("平均良率", f"{df['yield'].mean():.1%}")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c3.metric("设备在线", f"{df.device_id.nunique()}/4")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模板渲染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from jinja2 import Template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html = Template(open("report.tpl").read()).render(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total=total, yield_=y, anomalies=alerts)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交互后变慢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没缓存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@st.cache_data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Jinja2空白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变量名不匹配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对照模板逐个核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f-string遇yield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保留字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df['yield']取列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本章聚焦：可视化与报表——重点： · Plotly/Dash组件与回调机…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P3.2 · 每日生产分析报告系统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Jinja2渲染HTML四段式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reportlab图文PDF(中文字体)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生成耗时记录(&lt;2min)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四部分完整+PDF正确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异常自动识别+&lt;1分钟+美观≥4/5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P3 日报自动化完成态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172010"/>
            <a:ext cx="7918704" cy="1727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99442"/>
            <a:ext cx="7863840" cy="16727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PDF日报真实生成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5 KPI数值在表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3图表已嵌入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定时调度就绪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钻取+定时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71881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7188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达标：7指标+加载&lt;2s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点击钻取明细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schedule定时生成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移动端适配检查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仪表盘+日报双交付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57443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5744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达标：5KPI+四段PDF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Streamlit五KPI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筛选联动+缓存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Jinja2+PDF日报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二选一交付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845564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84556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达标：仪表盘或日报达基线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跑通starter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完成5KPI版仪表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或HTML日报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starter跑通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达标：页面能开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streamlit run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改一个KPI数值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截图到工单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决策：日报重点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段落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读者关注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自动化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概览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异常识别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附表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Jinja2变量不匹配会静默空白——怎么防？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四部分完整+PDF正确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异常自动识别+&lt;1分钟+美观≥4/5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cd571d42a5bb8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Plotly交互图：Plotly=会动会说话的图：悬停看数/框选放…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Jinja2模板：Jinja2=填空合同：{{变量}}挖坑，re…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四段式日报：四段式=新闻倒金字塔：概览→分析→异常→附表（…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①工单P3.2收尾跑绿并上传 ②错题本记1条 ③预习微课+导学单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完成工单P3.1《产线KPI实时仪表盘》：及格标准5个KPI+时间筛选可用；优秀标准≥7指标+钻取交互+加载&lt;2秒；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完成工单P3.2《每日生产分析报告系统》：及格标准四部分完整+PDF正确；优秀标准异常自动识别+&lt;1分钟+美观度≥4/5；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预习TCP/IP与MQTT协议基础。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学号_姓名_W05.py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让程序同时听三个PLC说话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工单P3.2跑绿并上传学习平台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让程序同时听三个PLC说话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每天早上8点的生产日报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