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9" r:id="rId30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7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4469"/>
            <a:ext cx="5029200" cy="392906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3480389" cy="289559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480389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Python程序设计（项目实战） · 8周·32课时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9A227"/>
                </a:solidFill>
                <a:latin typeface="Microsoft YaHei"/>
                <a:ea typeface="Microsoft YaHei"/>
              </a:rPr>
              <a:t>W07 · 第13次课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给产线数据安个家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858934" cy="27749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858934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P5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36174" y="3931920"/>
            <a:ext cx="1682539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6174" y="3931920"/>
            <a:ext cx="1682539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产线数据仓库与ORM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287748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28774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本节（上）：基础实现 · 概念打底 + D/C层保底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P4数据入库沉淀：4表ER设计+ORM批量入库+统计溯源查询+索引优化（SQLite零安装）。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课程定位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02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COURSE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这门课站在哪：定位与出路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四年后你手里的证书与岗位，都从这门课出发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1920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课程性质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自包含工程应用课：C语言底子直接上工业项目（P1-P7任务链）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371600"/>
            <a:ext cx="64008" cy="1920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6179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面向岗位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6179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数据工程师 / 数据分析 / AI应用 / 采集技术员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" y="3456432"/>
            <a:ext cx="64008" cy="1920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对接证书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Python开发 · 数据应用与服务（1+X）· AI应用实践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0147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0147" y="3456432"/>
            <a:ext cx="64008" cy="1920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6179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课程衔接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6179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前置仅需C语言 → 本课8周 → 后：毕业设计/平台实习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468112"/>
            <a:ext cx="1124071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5559552"/>
            <a:ext cx="54864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本课程路线图（当前周高亮）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4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C→Py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045169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45169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W2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工程规范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95395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95395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W3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Pand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45621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45621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W4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NumP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95847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5847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W5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交互式仪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46073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46073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W6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多线程采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96299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96299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W7</a:t>
            </a:r>
            <a:r>
              <a:rPr sz="800" b="0">
                <a:solidFill>
                  <a:srgbClr val="F0E6D8"/>
                </a:solidFill>
                <a:latin typeface="Microsoft YaHei"/>
                <a:ea typeface="Microsoft YaHei"/>
              </a:rPr>
              <a:t>
数据库设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146525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46525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W8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Scik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剧情情境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03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738541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738541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SCENARIO · 两江智造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车间今天发生了什么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连续剧情 · 你（小郑）的第13次出场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598485"/>
            <a:ext cx="4261104" cy="3340989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W7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25917"/>
            <a:ext cx="4206240" cy="3286125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910328" y="1417320"/>
            <a:ext cx="6805879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10328" y="1417320"/>
            <a:ext cx="6805879" cy="914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8" y="1691640"/>
            <a:ext cx="6257239" cy="1920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1B2B28"/>
                </a:solidFill>
                <a:latin typeface="Microsoft YaHei"/>
                <a:ea typeface="Microsoft YaHei"/>
              </a:rPr>
              <a:t>P4数据入库沉淀：4表ER设计+ORM批量入库+统计溯源查询+索引优化（SQLite零安装）。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10328" y="4005072"/>
            <a:ext cx="6805879" cy="160020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38928" y="4160520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38928" y="4160520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本课工单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133088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P5 · 产线数据仓库与ORM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38928" y="4636008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8928" y="4636008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交付要点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608576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四表模型+relationship(back_populates)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38928" y="5111496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8928" y="5111496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交付要点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084064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bulk批量事务入库(100/批)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8928" y="5303520"/>
            <a:ext cx="128016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C6E6A"/>
                </a:solidFill>
                <a:latin typeface="Microsoft YaHei"/>
                <a:ea typeface="Microsoft YaHei"/>
              </a:rPr>
              <a:t>出场人物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8776" y="5266944"/>
            <a:ext cx="71475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08776" y="5266944"/>
            <a:ext cx="71475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方总监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33260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33260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吴工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23124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23124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小郑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04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知识目标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掌握关系数据库建模方法与SQL核心语法；掌握SQLAlchemy ORM的模型定义与查询；理解索引与查询优化原理。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能够完成4表ER设计并建库；能够用ORM实现采集数据入库与统计查询；能够对比直写/批量写性能并优化。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素质目标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树立“数据资产”管理意识，培养先设计后编码的工程规范化习惯。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B5E54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344777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344777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1.四表模型+rela…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3834" y="4535424"/>
            <a:ext cx="1439011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3834" y="4535424"/>
            <a:ext cx="1439011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2.bulk批量事务入…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77860" y="4535424"/>
            <a:ext cx="1439011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77860" y="4535424"/>
            <a:ext cx="1439011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3.按设备平均vib/…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本章聚焦：数据库应用——重点： · ER建模与三范式取舍；SQL多表J…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仓库模式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('仓库模式(Repository)=数据访问收拢一层：业务代码只…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外键与数据字典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('外键=子表存父表主键的引用+数据库强制约束：插孤儿记录（测点指…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ORM声明式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('ORM声明式=用Python类描述表结构，SQL由框架生成：c…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W07-13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06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B01 仓库模式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仓库模式=档案室三级索引：设备档案1-N测点盒N-记录纸；告警挂档案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原理：仓库模式(Repository)=数据访问收拢一层：业务代码只调repo.list_devices()，SQL/ORM细节藏在里面——换数据库不动业务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时序数据入库的关系建模——三张主表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怎么判断：凡是'数据从哪来'可能变化（SQLite→PostgreSQL/加缓存）的项目，先建仓库层——解耦的物理隔离墙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devices / metrics / alarms 外键关联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逐行看：class DeviceRepo: def list(self): return session.query(Device).all() 业务只见方法名；内部今天ORM明天裸SQL——调用方…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误区：一张大宽表塞所有——先画ER再建表，表错后面全返工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进阶：仓库+依赖注入便于测试（内存repo替身）；进阶Unit of Work管理事务边界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07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仓库模式：一张图看懂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2968" y="1362456"/>
            <a:ext cx="7188800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674d773f35e2a6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00" y="1389888"/>
            <a:ext cx="7133936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elif 顺序就是优先级：先判危险再判警告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边界值 79.9/80/80.1 三测法必做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追问：误区：一张大宽表塞所有——先画ER再建表，表错后面全返工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一句话：仓库模式=档案室三级索引：设备档案1-N测点盒N-记录纸；告警挂档案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何时用：时序数据入库的关系建模——三张主表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08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B02 外键与数据字典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外键=档案间的挂锁引用；数据字典=每格抽屉的说明书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原理：外键=子表存父表主键的引用+数据库强制约束：插孤儿记录（测点指向不存在的设备）直接被库拒绝——数据完整性的守门员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表关系与字段口径的成文契约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怎么判断：设备-测点-记录-告警四表的血缘全靠外键串起——删设备级联策略(cascade/set null)要显式声明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metrics.device_id REFERENCES devices.id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逐行看：sensor.device_id REFERENCES devices(id) 外键声明；插入device_id=999的测点→IntegrityError被库拦下——应用层校验漏网它兜底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误区：字段含义靠口口相传——字典进docs/新同事不看代码也能懂库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进阶：ON DELETE CASCADE级联删（慎用）/SET NULL保留孤表；外键要建索引（MySQL自动，SQLite手动）防全表扫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09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外键与数据字典：一张图看懂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24889"/>
            <a:ext cx="7278624" cy="323331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8db9537c5249c6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52321"/>
            <a:ext cx="7223760" cy="31784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四个名字四个值：换值即换型（动态类型）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贴标签顺序任意，但先用必先贴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追问：误区：字段含义靠口口相传——字典进docs/新同事不看代码也能懂库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一句话：外键=档案间的挂锁引用；数据字典=每格抽屉的说明书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何时用：表关系与字段口径的成文契约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10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B03 ORM声明式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ORM=用Python类'声明'表结构——类即表，字段即属性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原理：ORM声明式=用Python类描述表结构，SQL由框架生成：class Device(Base)即CREATE TABLE——写类不写SQL，类型检查进IDE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SQL写进类定义——类型安全+自动建表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怎么判断：表结构简单直接时ORM效率高；复杂报表查询仍可退回原生SQL（session.execute(text(...))）——两条腿走路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class Metric(Base): __tablename__='metrics'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逐行看：class Device(Base): __tablename__='devices'; id=Column(Integer,primary_key=True); name=Column(S…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误区：ORM与裸SQL二选一——CRUD用ORM，复杂聚合报表裸SQL更快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进阶：relationship()声明关联后dev.sensors直接拿子表（懒加载）；alembic管表结构演进版本化——生产必备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11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ORM声明式：一张图看懂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0092" y="1362456"/>
            <a:ext cx="7014551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f90b285b65376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524" y="1389888"/>
            <a:ext cx="6959687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一张图纸可造多台设备（实例化）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属性=铭牌；方法=操作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追问：误区：ORM与裸SQL二选一——CRUD用ORM，复杂聚合报表裸SQL更快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一句话：ORM=用Python类'声明'表结构——类即表，字段即属性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何时用：SQL写进类定义——类型安全+自动建表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本章聚焦：数据库应用——重点： · ER建模与三范式取舍；SQL多表J…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ORM模型+查询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class Rec(Base):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四表ER设计与ORM建模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四表ER设计与ORM建模——应用：见工单starter与教师参考实现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批量事务入库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批量事务入库——应用：见工单starter与教师参考实现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JOIN聚合统计查询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JOIN聚合统计查询——应用：见工单starter与教师参考实现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索引优化前后对比取证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索引优化前后对比取证——应用：见工单starter与教师参考实现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W07-13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13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ORM模型+查询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0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class Rec(Base):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__tablename__ = "records"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id = Column(Integer, primary_key=True)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device_id = Column(Integer, ForeignKey("devices.id"))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ts = Column(DateTime); vib = Column(Float)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/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print(s.execute(select(Dev.code, func.avg(Rec.vib))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  .join(Rec, Rec.device_id==Dev.id).group_by(Dev.code)).all())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14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N+1慢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循环逐查关联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joinedload一次带出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连接泄漏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session未关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with Session()自动关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索引不生效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列序不对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(device_id,ts)联合序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本章聚焦：数据库应用——重点： · ER建模与三范式取舍；SQL多表J…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W07-13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16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工单 P5 · 产线数据仓库与ORM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四表模型+relationship(back_populates)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bulk批量事务入库(100/批)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按设备平均vib/告警Top3查询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4表合理+ORM入库+2条查询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C9A227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数据字典完整+批量事务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 · 完成效果图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17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84596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84596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TARGET · 完成后长这样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P5 建库与索引完成态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工单交付的'标准照'——做到与图中一致即达标（数字可因随机种子略有差异）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2172010"/>
            <a:ext cx="7918704" cy="172759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hot_w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199442"/>
            <a:ext cx="7863840" cy="16727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67928" y="1463040"/>
            <a:ext cx="314827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四个自检点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67928" y="192024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14232" y="201168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14232" y="201168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00253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四表建表成功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67928" y="262890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714232" y="27203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4232" y="27203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71119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无索引耗时实测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67928" y="333756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14232" y="342900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14232" y="342900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41985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批量插入完成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67928" y="404622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714232" y="413766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14232" y="413766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412851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外键约束生效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230368"/>
            <a:ext cx="786384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5330952"/>
            <a:ext cx="749807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怎么看：终端退出码0+关键数字在及格线以上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截图提交：运行窗口含文件名与输出，截全屏交工单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18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闭环演示+健康报告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505379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505379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达标：EXPLAIN证据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接P3仪表盘读库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窗口函数环比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慢查询Top3报告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仓库+统计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461897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461897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达标：溯源查询正确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四表ORM建模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bulk入库500条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均值/Top3/时段聚合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9A227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两表起步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334008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334008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达标：能入库能查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devices+records两表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插入并查询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打印统计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0B5E54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ER观察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461897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461897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达标：能画四表连线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跑参考ER演示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手绘关系图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标主外键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19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决策：数据访问方式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方式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效率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9028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性能可控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裸SQL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0410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7316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SQLAlchemy 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0410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7316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123944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50410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7316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285232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385816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0B5E54"/>
                </a:solidFill>
                <a:latin typeface="Microsoft YaHei"/>
                <a:ea typeface="Microsoft YaHei"/>
              </a:rPr>
              <a:t>决策纪律：决策结论写入工单，答辩必答；实施失误回溯决策复盘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20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B2B28"/>
                </a:solidFill>
                <a:latin typeface="Microsoft YaHei"/>
                <a:ea typeface="Microsoft YaHei"/>
              </a:rPr>
              <a:t>一对多关系在表结构上如何表达？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5E54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4表合理+ORM入库+2条查询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数据字典完整+批量事务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21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5bf06dee40f3d1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仓库模式：仓库模式=档案室三级索引：设备档案1-N测点盒…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外键与数据字典：外键=档案间的挂锁引用；数据字典=每格抽屉的说…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ORM声明式：ORM=用Python类'声明'表结构——类即…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①工单P5收尾跑绿并上传 ②错题本记1条 ③预习微课+导学单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22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1. 完成工单P5《产线数据仓库》：及格标准4表设计合理+ORM入库+基础统计；优秀标准含索引优化+批量写入+复杂查询；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23744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23744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2505456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2. 完成ER图与数据字典文档；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90672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90672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072384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3. 预习机器学习基本流程（训练/验证/预测）。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学号_姓名_W07.py + 运行截图（含文件名）+ 工单决策记录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不写SQL也能操作数据库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收官。方总监把P2.2的特征和P5的仓库摆上桌：'最后一步，让数据学会预判。'——工单P6：训练故障诊断模型接入仓库，预训练缺陷模型本地部署成推理服务（P7综合项目可选立项）。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B5E54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工单P5跑绿并上传学习平台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下次课 → 不写SQL也能操作数据库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W07-13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本讲对应工单：《Python程序设计-项目实战》分层任务工单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给产线数据安个家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