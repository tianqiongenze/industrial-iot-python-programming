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1" r:id="rId3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W04 · 第7次课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向量化：让计算快100倍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P2.2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992165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992165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NumPy故障特征提取系统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从振动序列提取30维特征供诊断模型用。骨架先行：特征字典+5个示例已给，补齐其余25个。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你（小郑）的第7次出场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从振动序列提取30维特征供诊断模型用。骨架先行：特征字典+5个示例已给，补齐其余25个。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P2.2 · NumPy故障特征提取系统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跑通示例特征(mean/std/max/ptp/rms)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补时域5个(var/crest/峭度/裕度)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能够完成30维故障特征提取（计算正确、向量化实现）；处理1000样本&lt;100ms；代码PEP 8≥75%；输出特征矩阵与箱线图。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0093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009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1.跑通示例特征(me…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355547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35554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2.补时域5个(var…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064768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06476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3.spectrum(…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ndarray同构数组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('ndarray同构数组：全元素同一类型、内存连续整块——比Py…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向量化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('向量化=把Python层循环下沉到C层整块执行：a*2是一个C…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广播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("广播=小形状自动'拉伸'适配大形状：列向量(3,1)+行向量(…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rfft频域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("rfft把时域信号变频域：真实信号只需正频率半谱——横轴从'第…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本章产出：四要素详解页×4 · 图解页×3 · 可跟打代码页×2 · 工单与分层工单各1份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ndarray同构数组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ndarray=同规格集装箱阵列：同类型/shape量形状/dtype标材质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原理：ndarray同构数组：全元素同一类型、内存连续整块——比Python列表（每元素一个对象指针）省内存且缓存友好，这是快的物质基础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向量化计算的地基——30维特征的容器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怎么判断：数值矩阵运算（万点振动信号）一律ndarray；混合类型表格才是pandas的地盘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X = np.array([[78.5, 4.2, …], …]); X.shape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逐行看：a=np.array([1.0,2.0,3.0]) dtype float64整块内存；a.dtype 看类型；a.nbytes 看实占字节——list要一个对象头一个指针，数组只存裸数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误区：往ndarray塞混合类型——异构先用Pandas再取.values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进阶：dtype选择：float32减半内存（精度够用时）；np.memmap超大数据映射磁盘按需读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ndarray同构数组：一张图看懂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36ddd2572e775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追问：误区：往ndarray塞混合类型——异构先用Pandas再取.values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一句话：ndarray=同规格集装箱阵列：同类型/shape量形状/dtype标材质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何时用：向量化计算的地基——30维特征的容器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向量化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向量化=整箱叉车vs逐件搬砖：底层C一次处理整块内存快10-100倍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原理：向量化=把Python层循环下沉到C层整块执行：a*2是一个C for不是一万个Python解释器调度——快百倍的原理在此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3000行特征提取&lt;100ms的验收指标靠它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怎么判断：凡'对每个元素做同样运算'的循环都该消失：for换成向量式表达式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(X - X.mean(axis=0)) / X.std(axis=0) 整列标准化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逐行看：%timeit [x*2 for x in lst] 慢；%timeit a*2 快两个数量级——解释器开销摊到整块上，单点成本趋近C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误区：以为for循环只是慢一点——数据量大时是分钟vs毫秒的量级差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进阶：np.where(cond,x,y)向量版三目；np.vectorize仍是循环的糖衣（不快）；真·快靠ufunc与切片视图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向量化：一张图看懂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7b633348db1b9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追问：误区：以为for循环只是慢一点——数据量大时是分钟vs毫秒的量级差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一句话：向量化=整箱叉车vs逐件搬砖：底层C一次处理整块内存快10-100倍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何时用：3000行特征提取&lt;100ms的验收指标靠它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广播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广播=小矩阵自动复印对齐：列均值(30,)摊到3000行每行相减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原理：广播=小形状自动'拉伸'适配大形状：列向量(3,1)+行向量(1,4)→(3,4)不拷贝数据——维度从右对齐、缺维当1、1可扩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每个样本减同一均值——一行代码全样本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怎么判断：每行减去各自均值这类'批量平移'：mat-means[:,None] 一行完成—— broadcasting是NumPy的灵魂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X - X.mean(axis=0) 形状(3000,30)-(30,)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逐行看：mat-a[None,:] 每列减a；mat-a[:,None] 每行减a；(1000,3)%(3,) 列数对齐自动逐行广播——newaxis手动加维是常用技巧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误区：维度不匹配想当然——从右往左对齐，缺的补1，不匹配报错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进阶：广播失败报operands could not be broadcast先查shape（print(a.shape)）；大数组广播临时内存翻倍要留意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广播：一张图看懂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4112" y="1362456"/>
            <a:ext cx="668651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9c0631cfd8c22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44" y="1389888"/>
            <a:ext cx="663164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温度用 float：留小数才精确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'78.5' 加引号就是文本不能加减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追问：误区：维度不匹配想当然——从右往左对齐，缺的补1，不匹配报错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一句话：广播=小矩阵自动复印对齐：列均值(30,)摊到3000行每行相减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何时用：每个样本减同一均值——一行代码全样本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rfft频域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rfft=声音拆音叉：时序信号拆成正弦成分——频域找主频指纹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原理：rfft把时域信号变频域：真实信号只需正频率半谱——横轴从'第几个采样点'变'多少Hz'，看清振动的成分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振动信号找主频——频域指纹识别故障模式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怎么判断：时域看不出周期混杂（多故障叠加波形），频域一分解：50Hz工频干扰/120Hz轴承特征频率各归各位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spec = np.abs(np.fft.rfft(x)); 幅值×2/n补偿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逐行看：F=np.fft.rfft(vib) 变换；freqs=np.fft.rfftfreq(N,d=1/fs) 频率轴（fs采样率d间隔）；np.abs(F) 取幅值——三行出频谱图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误区：fft结果直接用——复数要取abs才是幅值，忘×2/n小一半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进阶：加窗np.hanning(N)抑制频谱泄漏；irfft反向还回时域；进阶welch功率谱密度平均降噪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FFT特征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spectrum(x, fs=100):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峭度(冲击敏感)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kurtosis(x):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特征字典驱动补齐30维…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特征字典驱动补齐30维特征——应用：见工单starter与教师参考…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FFT频域特征计算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FFT频域特征计算——应用：见工单starter与教师参考实现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计时基准测试(&lt;100…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计时基准测试(&lt;100ms)——应用：见工单starter与教师参…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FFT特征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spectrum(x, fs=100):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amp = np.abs(np.fft.rfft(x)) * 2 / len(x)   # 单边+补偿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np.fft.rfftfreq(len(x), 1/fs), amp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freqs, amp = spectrum(sig)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dom_freq = freqs[amp.argmax()]     # 主频率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峭度(冲击敏感)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kurtosis(x):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((x-x.mean())**4).mean() / x.std()**4 - 3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频域能量翻倍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忘×2/n或没取单边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rfft+补偿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100ms超标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用了apply/循环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纯向量化重写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公式口径混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峭度定义版本不一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字典里注明公式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P2.2 · NumPy故障特征提取系统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跑通示例特征(mean/std/max/ptp/rms)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补时域5个(var/crest/峭度/裕度)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spectrum()单边幅值谱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30特征正确+向量化为主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&lt;100ms+特征字典含物理含义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P2.2 特征工厂完成态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2241" y="1362456"/>
            <a:ext cx="6230334" cy="3346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673" y="1389888"/>
            <a:ext cx="6175470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特征矩阵(200,13)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计算耗时&lt;100ms（向量化）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箱线图已产出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特征字典五列齐全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相关去冗余+性能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64094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64094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达标：&lt;50ms+字典完整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相关矩阵热力图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去|r|&gt;0.95特征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性能优化对比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30维全实现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923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923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达标：&lt;100ms+向量化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补时域10个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补频域15个(FFT)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标准化+箱线图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15维保底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达标：时域正确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5示例+补10时域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spectrum()单边谱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矩阵形状断言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示例研读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66907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66907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达标：能讲5个示例含义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跑通5示例特征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改一个公式看数值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抄写特征字典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决策：实现策略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出错风险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纯向量化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apply逐样本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x**2向量化为什么比for快100倍？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30特征正确+向量化为主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&lt;100ms+特征字典含物理含义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5c1a28b4b742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ndarray同构数组：ndarray=同规格集装箱阵列：同类型/sh…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向量化：向量化=整箱叉车vs逐件搬砖：底层C一次处理整…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广播：广播=小矩阵自动复印对齐：列均值(30,)摊到…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①工单P2.2收尾跑绿并上传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手绘一张“时域→频域”变换示意图并配文字解释；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预习Matplotlib与Plotly可视化基础。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学号_姓名_W04.py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从振动信号提取30维特征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方总监向集团汇报需要'看得见的数据'。下周 executive meeting 要演示——工单P3：产线KPI仪表盘+自动日报，给管理层一双数据的眼睛。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工单P2.2跑绿并上传学习平台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从振动信号提取30维特征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向量化：让计算快100倍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