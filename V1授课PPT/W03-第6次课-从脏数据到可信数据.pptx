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8" r:id="rId2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W03 · 第6次课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从脏数据到可信数据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P2.1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753753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753753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Pandas数据处理管道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数据中台收到一个月产线脏数据(1200行)：缺失/类型/越界/重复/时间戳混乱。构建七步管道。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IQR的1.5倍是统计约定——业务上温度135℃该杀吗？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Pandas清洗——重点：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DataFrame读写与检查方法；缺失/异常/重复三类问题…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环境目录被提交：.gitignore缺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修法：加__pycache__/（conda环境在Anaconda目录）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本节主线：DataFrame二维表；shape/info/descr… / dropna/fillna/interpolate三策略 / to_datetime(errors=coerce)多格式…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掌握DataFrame的核心操作；掌握缺失值、异常值、重复值的处理方法；理解数据质量四维度（完整性、准确性、一致性、时间性）。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能够构建完整的数据清洗管道（1000+行数据）；数据质量评分≥85%（优秀≥90%）；处理速度&lt;30秒；代码PEP 8≥75%。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树立“数据质量是分析生命线”的工程意识，养成处理留痕、结果可验证的职业习惯。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452473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452473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1.IQR×业务阈值A…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220927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22092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2.去重(device…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220927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22092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3.输出clean.c…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本章聚焦：Pandas清洗——重点： · DataFrame读写与检查方法；…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IQR护栏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('IQR护栏=四分位距 fences：Q1-1.5×IQR ~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业务阈值与统计法AND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('统计法与业务阈值取AND：IQR说离群且工艺说不可能（&gt;120…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清洗顺序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('清洗顺序定成败：去重→时间统一→类型转换→缺失处理→离群剔除—…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IQR护栏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IQR=分位数装护栏：Q3+1.5×IQR为界——只看排序位置不怕极端值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原理：IQR护栏=四分位距 fences：Q1-1.5×IQR ~ Q3+1.5×IQR 之外算离群——用数据自身的分布形状划界，不拍脑袋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振动尖峰剔除——比3σ不被极端值带偏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怎么判断：传感毛刺135℃一票看出：IQR法自动识别'跟大多数过不去'的点——比固定阈值适应不同设备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q1,q3=df.vib.quantile([.25,.75]); fence=q3+1.5*(q3-q1)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逐行看：q1,q3=df['temp'].quantile([.25,.75]); iqr=q3-q1; mask=(df['temp']&gt;=q1-1.5*iqr)&amp;(df['temp']&lt;=q3+…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误区：极端值大时3σ的均值方差本身被带偏——IQR靠排序免疫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进阶：clip替换而非删除（df['temp'].clip(low,high)）保住行数；进阶孤立森林IsolationForest多维离群检测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业务阈值与统计法AND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双闸门=物理限位+统计护栏两道都过才放行——AND不是OR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原理：统计法与业务阈值取AND：IQR说离群且工艺说不可能（&gt;120℃）才剔——统计找嫌疑、业务定罪，双章缺一不可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工艺红线(如&gt;85℃必异常)与统计异常叠加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怎么判断：纯统计会误杀真实故障尖峰（正是要研究的信号）；纯业务阈值挡不住缓慢漂移——AND策略两全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(df.temp&gt;85) | 统计异常 —— 双确认再剔除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逐行看：stat_mask=IQR掩码; biz_mask=df['temp']&lt;120 工艺上限；clean=df[~stat_mask|~biz_mask] 双违才剔——单违保留并打旗标记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误区：只用统计法——把真实工艺尖峰当异常洗掉，事故反向制造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进阶：剔掉的行进audit表留痕；月度复盘被剔点里有多少是真故障——误剔率是清洗质量指标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业务阈值与统计法AND：一张图看懂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0e1c372b1e0f6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追问：误区：只用统计法——把真实工艺尖峰当异常洗掉，事故反向制造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一句话：双闸门=物理限位+统计护栏两道都过才放行——AND不是OR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何时用：工艺红线(如&gt;85℃必异常)与统计异常叠加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B07 清洗顺序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清洗顺序=洗衣服工序：类型→缺失→异常→去重，顺序错全返工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原理：清洗顺序定成败：去重→时间统一→类型转换→缺失处理→离群剔除——顺序错了，后一步会把前一步的成果污染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管道七步的前四步——顺序即依赖关系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怎么判断：先去重再去缺失（重复行会虚增统计）；先转类型再IQR（字符串比不了大小）——工序即流水线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先to_datetime才能算缺失；先去重再算IQR防重复干扰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逐行看：df=df.drop_duplicates() 先去重；to_datetime统一时间；astype(float)转类型；fillna补缺；最后IQR剔离群——五道工序各管一段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误区：先算异常再去重——重复行把统计量带偏，护栏失真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进阶：整条管线封装成函数clean(df)→df，输入原始输出干净——测试集一跑即回归；进阶sklearn Pipeline工程化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清洗顺序：一张图看懂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bdd1912263ed8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追问：误区：先算异常再去重——重复行把统计量带偏，护栏失真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一句话：清洗顺序=洗衣服工序：类型→缺失→异常→去重，顺序错全返工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何时用：管道七步的前四步——顺序即依赖关系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本章聚焦：Pandas清洗——重点： · DataFrame读写与检查方法；…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三格式时间统一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parts = [pd.to_datetime(df.ts…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IQR×业务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q1, q3 = df.temp.quantile([.2…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七步管道构建与质量自测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七步管道构建与质量自测——应用：见工单starter与教师参考实现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三格式时间戳统一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三格式时间戳统一——应用：见工单starter与教师参考实现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IQR×业务阈值异常处理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IQR×业务阈值异常处理——应用：见工单starter与教师参考实现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三格式时间统一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parts = [pd.to_datetime(df.ts, format=f, errors="coerce")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 for f in ("%Y-%m-%d %H:%M:%S", "%m/%d/%Y %H:%M",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           "%Y%m%d%H%M%S")]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ts = parts[0]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for p in parts[1:]: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ts = ts.combine_first(p)      # 依次填补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df["ts"] = 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IQR×业务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q1, q3 = df.temp.quantile([.25, .75]); iqr = q3 - q1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mask = (df.temp &lt; q1-1.5*iqr) | (df.temp &gt; q3+1.5*iqr) | (df.temp &gt; 120)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df = df[~mask]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链式赋值警告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视图上赋值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用.loc或先copy()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统计量被污染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异常值前先归一化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先清洗后缩放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评分上不去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时间列没转datetime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统一格式后重评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本章聚焦：Pandas清洗——重点： · DataFrame读写与检查方法；…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P2.1 · Pandas数据处理管道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IQR×业务阈值AND处理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去重(device_id+ts)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输出clean.csv+评分自测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管道完整+质量≥85%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质量≥90%+PEP8≥85%+使用示例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P2.1 清洗管道完成态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2102035"/>
            <a:ext cx="7918704" cy="186754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129467"/>
            <a:ext cx="7863840" cy="18126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加载1206行·缺失55（数字可微差）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质量评分≥85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打回单/坏行明细已输出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退出码0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增量处理+质量90+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达标：处理日志全留痕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只清洗新增行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质量冲90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日志记录每步行数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完整管道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24704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24704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达标：质量≥88%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类型转换+时间统一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插值+IQR处理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去重输出clean.csv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基础清洗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24704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24704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达标：质量≥85%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to_numeric转NaN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dropna简单处理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输出评分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--peek观察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达标：能数出问题类型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预览数据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数缺失/类型错各几个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记录到工单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决策：异常值判定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依据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误杀风险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IQR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Z&gt;3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业务阈值120℃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IQR的1.5倍是统计约定——业务上温度135℃该杀吗？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管道完整+质量≥85%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质量≥90%+PEP8≥85%+使用示例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f9f948bdecd3f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IQR护栏：IQR=分位数装护栏：Q3+1.5×IQR为界…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业务阈值与统计法AND：双闸门=物理限位+统计护栏两道都过才放行——A…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清洗顺序：清洗顺序=洗衣服工序：类型→缺失→异常→去重，…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①工单P2.1收尾跑绿并上传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完成工单P2.1《Pandas数据处理管道》：及格标准管道完整+质量≥85%；优秀标准特殊格式处理+质量≥90%+PEP 8≥85%；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撰写数据质量报告（问题类型统计与处理决策说明）；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预习NumPy数组基础。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学号_姓名_W03.py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向量化：让计算快100倍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振动数据洗干净了，但中台要的是'能喂给AI的特征'。吴工给出特征字典模板：'30个特征，向量化实现，100毫秒内。'——工单P2.2：NumPy特征工程。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工单P2.1跑绿并上传学习平台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向量化：让计算快100倍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从脏数据到可信数据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