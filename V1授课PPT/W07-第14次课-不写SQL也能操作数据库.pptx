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W07 · 第14次课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不写SQL也能操作数据库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858934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85893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174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6174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产线数据仓库与ORM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N+1查询怎么发现？索引前后EXPLAIN差多少？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数据库应用——重点：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ER建模与三范式取舍；SQL多表JOIN与聚合查询；ORM…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Ctrl+C退不出：没设daemon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修法：daemon=True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本节主线：设备1-N测点1-N记录；告警挂设备——应用：见工单sta… / 外键=关系表达；数据字典逐字段——应用：见工单starte… / ORM声明式+relationship——应用：见工单st…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树立“数据资产”管理意识，培养先设计后编码的工程规范化习惯。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1.records(d…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1554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1554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2.EXPLAIN Q…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2247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224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3.复杂查询(多表JO…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bulk批量插入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('bulk批量插入=一次executemany提交N行，比循环单…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N+1陷阱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('N+1陷阱=查1次列表又触发N次子查询：取100台设备再逐台取…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索引与EXPLAIN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('索引=拿空间换时间的查找加速结构（B+树）：WHERE命中的列…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bulk批量插入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bulk=整车运输vs逐件快递：一次提交万行，快10倍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原理：bulk批量插入=一次executemany提交N行，比循环单插快百倍：网络往返从N次变1次——万条数据秒级入库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万级记录必备——逐条insert是性能杀手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怎么判断：历史数据回灌/批量导入场景必用bulk；逐条insert+autocommit是最常见的性能事故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session.bulk_save_objects(metrics_rows)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逐行看：session.bulk_insert_mappings(Record, rows) 万行一次；对比for r in rows: session.add(Record(**r)) 慢百倍——…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误区：bulk完不commit——数据只在内存，进程一退全没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进阶：分批提交（每5000行commit一次）防事务过大回滚整批；to_sql(pandas)底层也是批量——殊途同归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bulk批量插入：一张图看懂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bf880f08b4cff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追问：误区：bulk完不commit——数据只在内存，进程一退全没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一句话：bulk=整车运输vs逐件快递：一次提交万行，快10倍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何时用：万级记录必备——逐条insert是性能杀手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N+1陷阱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N+1=点一名学生跑一趟教务处——列表页逐条查询卡顿元凶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原理：N+1陷阱=查1次列表又触发N次子查询：取100台设备再逐台取测点=101条SQL——列表页越翻越慢的元凶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查询列表页卡顿的头号原因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怎么判断：仪表盘变慢先查SQL日志数：访问N台实体的循环里出现.子表属性即嫌疑现场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session.query(Device).options(joinedload(Device.alarms))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逐行看：for d in devices: d.sensors  懒加载逐台触发SQL；joinedload(Device.sensors) 预加载一条JOIN搞定——selectinload批量I…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误区：小数据量感觉不到——数据上万秒变分钟，echo=True眼见为实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进阶：SQLAlchemy echo=True打印SQL自检；count(len)两数对不上即N+1实锤；进阶dataloader模式批量解析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N+1陷阱：一张图看懂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6885b08edee10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追问：误区：小数据量感觉不到——数据上万秒变分钟，echo=True眼见为实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一句话：N+1=点一名学生跑一趟教务处——列表页逐条查询卡顿元凶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何时用：查询列表页卡顿的头号原因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索引与EXPLAIN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索引=书后索引页：查得快但每页写书都要多维护一份——有代价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原理：索引=拿空间换时间的查找加速结构（B+树）：WHERE命中的列建索引快万倍，但写操作变慢且占盘——不是越多越好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按设备查时段是最高频查询——(device_id,ts)复合索引正覆盖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怎么判断：查询慢先EXPLAIN看执行计划（全表扫SCAN→索引查SEARCH），再对症建索引——盲建索引是新手病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CREATE INDEX idx_dev_ts ON metrics(device_id, ts)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逐行看：EXPLAIN QUERY PLAN SELECT ... WHERE ts&gt;? 全表SCAN亮红灯；CREATE INDEX idx_ts ON records(ts) 建索引后SEARC…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误区：索引滥建——写入每行都更新所有索引，写多读少的表别加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进阶：最左前缀原则（复合索引(a,b)只对a或a+b生效）；覆盖索引免回表；写多读少的表慎建——索引维护有成本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索引与EXPLAIN：一张图看懂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df10dcac346c8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追问：误区：索引滥建——写入每行都更新所有索引，写多读少的表别加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一句话：索引=书后索引页：查得快但每页写书都要多维护一份——有代价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何时用：按设备查时段是最高频查询——(device_id,ts)复合索引正覆盖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Rec(Base):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四表ER设计与ORM建模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四表ER设计与ORM建模——应用：见工单starter与教师参考实现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批量事务入库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批量事务入库——应用：见工单starter与教师参考实现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JOIN聚合统计查询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JOIN聚合统计查询——应用：见工单starter与教师参考实现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索引优化前后对比取证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索引优化前后对比取证——应用：见工单starter与教师参考实现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class Rec(Base):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__tablename__ = "records"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id = Column(Integer, primary_key=True)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device_id = Column(Integer, ForeignKey("devices.id"))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Column(DateTime); vib = Column(Float)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print(s.execute(select(Dev.code, func.avg(Rec.vib))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.join(Rec, Rec.device_id==Dev.id).group_by(Dev.code)).all())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N+1慢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循环逐查关联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joinedload一次带出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连接泄漏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session未关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with Session()自动关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索引不生效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列序不对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(device_id,ts)联合序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P5 · 产线数据仓库与ORM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records(device_id,ts)建索引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EXPLAIN QUERY PLAN前后对比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复杂查询(多表JOIN聚合)冲优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4表合理+ORM入库+2条查询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索引有EXPLAIN证据+规避N+1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P5 ORM操作完成态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241985"/>
            <a:ext cx="7918704" cy="15876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9417"/>
            <a:ext cx="7863840" cy="15327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声明式建表零SQL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批量add_all两千行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关系查询毫秒级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孤儿插入被FK拒绝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闭环演示+健康报告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0537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0537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达标：EXPLAIN证据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接P3仪表盘读库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窗口函数环比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慢查询Top3报告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仓库+统计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达标：溯源查询正确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四表ORM建模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bulk入库500条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均值/Top3/时段聚合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两表起步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达标：能入库能查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devices+records两表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插入并查询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打印统计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ER观察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达标：能画四表连线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跑参考ER演示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手绘关系图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标主外键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决策：数据访问方式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裸SQL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SQLAlchemy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N+1查询怎么发现？索引前后EXPLAIN差多少？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4表合理+ORM入库+2条查询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索引有EXPLAIN证据+规避N+1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a2fec8633d7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bulk批量插入：bulk=整车运输vs逐件快递：一次提交万行，…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N+1陷阱：N+1=点一名学生跑一趟教务处——列表页逐条查…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索引与EXPLAIN：索引=书后索引页：查得快但每页写书都要多维护一…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①工单P5收尾跑绿并上传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完成ER图与数据字典文档；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预习机器学习基本流程（训练/验证/预测）。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用特征矩阵训练诊断大脑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用特征矩阵训练诊断大脑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不写SQL也能操作数据库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