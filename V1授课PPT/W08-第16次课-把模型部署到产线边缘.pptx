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W08 · 第16次课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把模型部署到产线边缘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P6.2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缺陷检测模型部署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课程收官：P2.2特征→诊断模型(F1≥0.80)接入P5库；预训练缺陷模型本地推理服务化。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http.server单线程阻塞——教学够用吗？生产换什么？(决策追责点)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机器学习应用——重点：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分类建模五步流程；交叉验证与F1评估；模型保存与推理接口封…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N+1慢：循环逐查关联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修法：joinedload一次带出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本节主线：五步流：划分/训练/CV/调参/保存——应用：见工单sta… / 混淆矩阵对角=对；业务代价看漏检——应用：见工单start… / F1宏平均；交叉验证防偶然——应用：见工单starter与…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1.预训练模型包本地推…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40155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4015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2.POST /pre…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5709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570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3.延迟测试+版本命名…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推理服务化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('推理服务化=模型包成HTTP接口：POST特征JSON→响应预…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warmup与p95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('warmup冷启动预热+p95延迟：首次推理要加载模型（秒级慢…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服务健康自检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('服务健康自检=/healthz端点：进程活着(code 200…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推理服务化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服务化=模型坐上窗口：POST JSON特征进→predict→JSON结论出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原理：推理服务化=模型包成HTTP接口：POST特征JSON→响应预测结果——模型从notebook变量变成生产线上的服务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模型从notebook走向服务——部署第一步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怎么判断：边缘网关/中台调用模型的统一形态：granian/asgi起服务，input schema校验——模型即API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http.server处理POST /predict，标准库即可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逐行看：@app.post('/predict') async def predict(x:Input): return {'cls':int(clf.predict(x.vec)[0])} —— 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误区：接口没schema约定——请求字段错一个静默出错结论，契约先行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进阶：模型版本化（v1/v2路由共存灰度）；A/B分流对比线上效果——服务化的进阶形态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推理服务化：一张图看懂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5348e44cbf818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追问：误区：接口没schema约定——请求字段错一个静默出错结论，契约先行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一句话：服务化=模型坐上窗口：POST JSON特征进→predict→JSON结论出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何时用：模型从notebook走向服务——部署第一步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warmup与p95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warmup=发动机热车：首次调用加载模型慢，预热后再测；p95=95%请求的耗时线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原理：warmup冷启动预热+p95延迟：首次推理要加载模型（秒级慢），先空跑几发预热；p95=95%请求都快于此值（长尾才是体验）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延迟验收口径：p95不是平均值——体感由慢请求决定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怎么判断：服务上线验收看p95不看均值——均值被快请求拉低，用户疼的是那最慢的5%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先curl一次预热，再压100次取95分位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逐行看：启动时for _ in range(5): predict(dummy) 预热填缓存；p95=np.percentile(lats,95) 从延迟分布取——压测报告两件套：warmup耗时+…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误区：只报平均延迟——1次10秒卡住用户体感，均值全被掩盖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进阶：p99更严苛（金融级）；延迟直方图定位长尾来源（GC/磁盘/队列）；超时熔断防雪崩——SRE三件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warmup与p95：一张图看懂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16e992c08963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追问：误区：只报平均延迟——1次10秒卡住用户体感，均值全被掩盖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一句话：warmup=发动机热车：首次调用加载模型慢，预热后再测；p95=95%请求的耗时线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何时用：延迟验收口径：p95不是平均值——体感由慢请求决定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服务健康自检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/health=服务的心电监护：GET返回模型版本与状态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原理：服务健康自检=/healthz端点：进程活着(code 200)≠模型可用——自检要真推理一发验证依赖全通（模型文件/内存/下游）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部署后'活着吗'的标准问法——运维可见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怎么判断：K8s/守护进程靠健康检查决定重启——假活（进程在模型坏）最坑，自检必须测到'真推理'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{'status':'ok','model':'v20260926'}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逐行看：@app.get('/healthz'): try: predict(sample); return {'ok':True} except: raise 503 —— 真推理一发，模型/依赖…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误区：health与metrics混一谈——health管活没活，metrics管好不好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进阶：就绪/存活双探针（readiness+liveness分开语义）；自检也打心跳日志——故障时间线可回溯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服务健康自检：一张图看懂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77f3f8388c237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追问：误区：health与metrics混一谈——health管活没活，metrics管…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一句话：/health=服务的心电监护：GET返回模型版本与状态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何时用：部署后'活着吗'的标准问法——运维可见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do_POST(self):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诊断模型训练与F1达标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诊断模型训练与F1达标——应用：见工单starter与教师参考实现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模型接入P5库联动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模型接入P5库联动——应用：见工单starter与教师参考实现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推理服务封装与压测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推理服务封装与压测——应用：见工单starter与教师参考实现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特征顺序对齐校验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特征顺序对齐校验——应用：见工单starter与教师参考实现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do_POST(self):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body = json.loads(self.rfile.read(int(self.headers["Content-Length"])))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feats = body["features"]; assert len(feats) == 30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pred = int(model.predict([feats])[0])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self._send(200, {"prediction": pred,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  "label": "磨损" if pred else "正常"})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预测恒同一类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特征顺序错位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feature_names.json对齐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模型加载失败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版本不匹配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记录sklearn版本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服务卡死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单线程长阻塞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教学够用/生产Litestar+Granian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P6.2 · 缺陷检测模型部署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预训练模型包本地推理(≥10样本)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POST /predict服务封装(JSON入出)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延迟测试+版本命名(model_v1)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推理服务可调通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异常处理(404/参数错)+延迟记录+P7立项(超优)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P6.2 推理服务压测完成态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241985"/>
            <a:ext cx="7918704" cy="15876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9417"/>
            <a:ext cx="7863840" cy="15327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服务真实起服8899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60次压测全部成功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p95延迟实测数字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healthz真推理自检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ONNX对比+P7立项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达标：延迟量化对比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导出ONNX测延迟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三模型对比报告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P7综合项目立项书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训练+服务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511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511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达标：F1≥0.80+可调用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五步流训练保存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接入数据库联动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curl测试/predict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基线模型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9259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9259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达标：F1达标能保存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RF训练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混淆矩阵输出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joblib保存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调用体验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达标：能发请求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加载预训练模型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发一次预测请求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看返回JSON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决策：部署形态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延迟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脚本批处理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HTTP服务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边缘定时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http.server单线程阻塞——教学够用吗？生产换什么？(决策追责点)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推理服务可调通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异常处理(404/参数错)+延迟记录+P7立项(超优)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73b350c4cac8f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推理服务化：服务化=模型坐上窗口：POST JSON特征进…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warmup与p95：warmup=发动机热车：首次调用加载模型慢，…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服务健康自检：/health=服务的心电监护：GET返回模型…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①工单P6.2收尾跑绿并上传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学号_姓名_W08.py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 · 把12周装进一个故事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方总监带着集团三年计划来验收P6：'模型不错，但数据还躺在十二个文件夹里。'他把服务器钥匙拍在桌上——工单P7：把台账、时序、拓扑、案例、模型串成一个'不睡觉的运维平台'，五库各司其职、缓存…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工单P6.2跑绿并上传学习平台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综合项目答辩 · 把12周装进一个故事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把模型部署到产线边缘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