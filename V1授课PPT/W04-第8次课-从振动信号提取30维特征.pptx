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78" r:id="rId29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4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W04 · 第8次课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从振动信号提取30维特征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P2.2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992165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992165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NumPy故障特征提取系统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从振动序列提取30维特征供诊断模型用。骨架先行：特征字典+5个示例已给，补齐其余25个。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FFT后为什么要取abs且只取前半段？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B5E54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NumPy特征工程——重点：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· 向量化计算与广播机制；FFT频域分析流程；30维特征的公式…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链式赋值警告：视图上赋值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修法：用.loc或先copy()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C6E6A"/>
                </a:solidFill>
                <a:latin typeface="Microsoft YaHei"/>
                <a:ea typeface="Microsoft YaHei"/>
              </a:rPr>
              <a:t>本节主线：ndarray同构多维数组；shape/dtype / 向量化：C级循环替代Python层for——应用：见工单s… / 广播：形状对齐自动扩展——应用：见工单starter与教师…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掌握NumPy数组操作与向量化计算；理解广播机制；掌握时域/频域/统计三类特征的原理与物理含义。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能够完成30维故障特征提取（计算正确、向量化实现）；处理1000样本&lt;100ms；代码PEP 8≥75%；输出特征矩阵与箱线图。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体会“性能工程”价值（向量化100倍提速），培养用数学工具刻画工业问题的抽象能力。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522476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52247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1.补频域15个(主频…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369009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369009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2.统计5个+Z-sc…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285544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285544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3.计时(&lt;100ms…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本章聚焦：NumPy特征工程——重点： · 向量化计算与广播机制；FFT频域分…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峭度与偏度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("峭度(kurtosis)衡量'尖不尖'（正常≈3，冲击故障&gt;4…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主频=谱峰位置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("主频=频谱幅值最大的谱峰位置：argmax找峰、频率轴取值——…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标准化防泄漏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('标准化防泄漏=mean/std只能从训练集算：先split后f…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B05 峭度与偏度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峭度=冲击探测器(尖峰多则大)；偏度=歪斜度(拖尾朝哪边)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原理：峭度(kurtosis)衡量'尖不尖'（正常≈3，冲击故障&gt;4急升）、偏度(skewness)衡量'歪不歪'——波形形状的两个数字指纹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无需标注的无监督健康指标——轴承点蚀高峭度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怎么判断：轴承点蚀产生周期冲击→峭度飙升，比看均值/std敏感得多——30维特征里的两位'哨兵'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from scipy.stats import kurtosis; kurtosis(x)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逐行看：from scipy.stats import kurtosis,skew; kurtosis(vib) 冲击度；skew(vib) 偏斜方向——健康泵峭度≈3持续监测，破4预警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误区：峭度&gt;3才有冲击成分——正态分布基准是3不是0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进阶：滚动轴承特征频率对照表（BPFO/BPFI）可定位损伤部件；峭度对离群敏感，先去毛刺再算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峭度与偏度：一张图看懂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95ee0dee05455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追问：误区：峭度&gt;3才有冲击成分——正态分布基准是3不是0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一句话：峭度=冲击探测器(尖峰多则大)；偏度=歪斜度(拖尾朝哪边)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何时用：无需标注的无监督健康指标——轴承点蚀高峭度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B06 主频=谱峰位置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主频=频谱最高峰的位置——设备的'嗓音音调'，故障会变调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原理：主频=频谱幅值最大的谱峰位置：argmax找峰、频率轴取值——'这台设备在以多少Hz振动'一句话答案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不同故障对应不同特征频率——频域诊断的钥匙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怎么判断：转速3000rpm=50Hz，主频漂移说明转速不稳；出现非工频新峰=新振源——一峰一诊断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spec.argmax()取谱峰下标×频率分辨率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逐行看：idx=np.argmax(np.abs(F)) 找最大幅值下标；main_freq=freqs[idx] 换算Hz——两行锁定主振动频率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误区：只看最高峰——谐波峰也可能异常，二倍频常是松动信号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进阶：峰群分析（前3峰及占比）比单主频信息更全；包络分析解调轴承冲击——设备诊断进阶课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主频=谱峰位置：一张图看懂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63774" y="1362456"/>
            <a:ext cx="664718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99f50bf8009abd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206" y="1389888"/>
            <a:ext cx="659232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Top3 特征贡献了大部分判别力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重要性低 ≠ 无用：可能与 Top 特征相关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追问：误区：只看最高峰——谐波峰也可能异常，二倍频常是松动信号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一句话：主频=频谱最高峰的位置——设备的'嗓音音调'，故障会变调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何时用：不同故障对应不同特征频率——频域诊断的钥匙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B07 标准化防泄漏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scaler只fit训练集=考官先定评分标准，考生(测试集)只准用同标准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原理：标准化防泄漏=mean/std只能从训练集算：先split后fit——若用全量数据算再切分，测试集信息就渗进了训练（成绩虚高）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数据泄漏是模型虚高的头号元凶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怎么判断：任何 preprocessing（标准化/编码）都只能见训练集——这是ML工程第一军规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scaler.fit(X_train); X_test_s = scaler.transform(X_test)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逐行看：scaler.fit(X_train) 只喂训练集；scaler.transform(X_test) 测试集只变换不参与统计——错序：fit(全量)再split=泄漏，线上必露馅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误区：fit在测试集上=偷看答案——线上线下不一致的根源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进阶：Pipeline([('scaler',StandardScaler()),('model',...)])一步封死泄漏路径；交叉验证里fit永远在折内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本章聚焦：NumPy特征工程——重点： · 向量化计算与广播机制；FFT频域分…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FFT特征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def spectrum(x, fs=100):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峭度(冲击敏感)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def kurtosis(x):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特征字典驱动补齐30维…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特征字典驱动补齐30维特征——应用：见工单starter与教师参考…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FFT频域特征计算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FFT频域特征计算——应用：见工单starter与教师参考实现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计时基准测试(&lt;100…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计时基准测试(&lt;100ms)——应用：见工单starter与教师参…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FFT特征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def spectrum(x, fs=100):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amp = np.abs(np.fft.rfft(x)) * 2 / len(x)   # 单边+补偿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return np.fft.rfftfreq(len(x), 1/fs), amp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freqs, amp = spectrum(sig)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dom_freq = freqs[amp.argmax()]     # 主频率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12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峭度(冲击敏感)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def kurtosis(x):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return ((x-x.mean())**4).mean() / x.std()**4 - 3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频域能量翻倍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忘×2/n或没取单边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rfft+补偿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100ms超标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用了apply/循环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纯向量化重写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公式口径混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峭度定义版本不一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字典里注明公式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本章聚焦：NumPy特征工程——重点： · 向量化计算与广播机制；FFT频域分…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P2.2 · NumPy故障特征提取系统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补频域15个(主频/质心/能量...)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统计5个+Z-score标准化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计时(&lt;100ms)+箱线图输出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30特征正确+向量化为主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&lt;50ms+广播充分+相关特征选择(超优)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P2.2 特征工厂完成态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292241" y="1362456"/>
            <a:ext cx="6230334" cy="334670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673" y="1389888"/>
            <a:ext cx="6175470" cy="3291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特征矩阵(200,13)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计算耗时&lt;100ms（向量化）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箱线图已产出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特征字典五列齐全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相关去冗余+性能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640941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64094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达标：&lt;50ms+字典完整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相关矩阵热力图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去|r|&gt;0.95特征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性能优化对比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30维全实现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592343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59234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达标：&lt;100ms+向量化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补时域10个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补频域15个(FFT)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标准化+箱线图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15维保底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20611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2061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达标：时域正确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5示例+补10时域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spectrum()单边谱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矩阵形状断言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示例研读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66907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66907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达标：能讲5个示例含义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跑通5示例特征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改一个公式看数值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抄写特征字典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决策：实现策略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策略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速度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出错风险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纯向量化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apply逐样本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6966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27024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FFT后为什么要取abs且只取前半段？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30特征正确+向量化为主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&lt;50ms+广播充分+相关特征选择(超优)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7b266d976c35ca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峭度与偏度：峭度=冲击探测器(尖峰多则大)；偏度=歪斜度(…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主频=谱峰位置：主频=频谱最高峰的位置——设备的'嗓音音调'，…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标准化防泄漏：scaler只fit训练集=考官先定评分标准，…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①工单P2.2收尾跑绿并上传 ②错题本记1条 ③预习微课+导学单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完成工单P2.2《设备故障特征提取系统》：及格标准30特征正确+向量化+标准化；优秀标准广播运用充分+&lt;50ms+特征字典完整；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手绘一张“时域→频域”变换示意图并配文字解释；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预习Matplotlib与Plotly可视化基础。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学号_姓名_W04.py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产线驾驶舱：5个KPI一屏掌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方总监向集团汇报需要'看得见的数据'。下周 executive meeting 要演示——工单P3：产线KPI仪表盘+自动日报，给管理层一双数据的眼睛。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工单P2.2跑绿并上传学习平台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产线驾驶舱：5个KPI一屏掌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W04-08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从振动信号提取30维特征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