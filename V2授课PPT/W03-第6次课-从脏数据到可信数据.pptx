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2" r:id="rId18"/>
    <p:sldId id="280" r:id="rId32"/>
    <p:sldId id="311" r:id="rId63"/>
    <p:sldId id="369" r:id="rId15"/>
    <p:sldId id="370" r:id="rId16"/>
    <p:sldId id="371" r:id="rId17"/>
    <p:sldId id="340" r:id="rId92"/>
    <p:sldId id="342" r:id="rId94"/>
    <p:sldId id="367" r:id="rId119"/>
    <p:sldId id="368" r:id="rId120"/>
    <p:sldId id="373" r:id="rId19"/>
    <p:sldId id="374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32" Type="http://schemas.openxmlformats.org/officeDocument/2006/relationships/slide" Target="slides/slide2.xml"/><Relationship Id="rId63" Type="http://schemas.openxmlformats.org/officeDocument/2006/relationships/slide" Target="slides/slide3.xml"/><Relationship Id="rId92" Type="http://schemas.openxmlformats.org/officeDocument/2006/relationships/slide" Target="slides/slide7.xml"/><Relationship Id="rId94" Type="http://schemas.openxmlformats.org/officeDocument/2006/relationships/slide" Target="slides/slide8.xml"/><Relationship Id="rId119" Type="http://schemas.openxmlformats.org/officeDocument/2006/relationships/slide" Target="slides/slide9.xml"/><Relationship Id="rId120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开场30秒：本次课《从脏数据到可信数据》，80分钟＝2课时×40分钟。课前已发工单+starter+微课知识卡，资讯·计划线上完成。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一号厂区发来一个月的传感器原始数据，中台拒收：缺失、异常、格式混乱。吴工：'数据不干净，后面全是空中楼阁。'——工单P2.1：Pandas七步清洗管道，质量评分冲85+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预习知识点：Pandas Series/DataFrame；数据清洗(缺失/异常) | 课中检查知识点：七步管道质量≥85%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从脏数据到可信数据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Jupyter（Pandas/NumPy数据探索）+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一号厂区发来一个月的传感器原始数据，中台拒收：缺失、异常、格式混乱。吴工：'数据不干净，后面全是空中楼阁。'——工单P2.1：Pandas七步清洗管道，质量评分冲85+。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从脏数据到可信数据（1）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缺失值处理：dropna、fillna、interpolate；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异常值检测：IQR法、Z-score法、可视化检测；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类型转换与去重：astype、to_datetime、drop_duplicates；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数据合并与分组：merge、concat、groupby、pivot_table；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工单P2.1实操：构建完整数据处理管道（加载→清洗→验证→输出清洁数据+质量报告）。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p21_pandas_clean：本次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855999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管道完整；质量≥85%；PEP 8≥75%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七步管道 8/8 条台账留痕 1206→1186 行｜质量 100.0 ≥ 85｜PEP 8 子集 96.0%（2586/2695 项）≥ 75.0%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474487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474487"/>
            <a:ext cx="54864" cy="855999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55678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5678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3849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质量≥88%；处理日志可复现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565927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565927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21959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质量 100.0 ≥ 88｜同进程二次运行同一输入：8/8 步行数增量一致、clean_log 文本逐字节一致（台账 70 行，output/clean_log.txt，无时间戳）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394494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394494"/>
            <a:ext cx="54864" cy="855999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7679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7679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5850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质量≥90%；PEP 8≥85%；文档含使用示例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48593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48593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41966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质量 100.0 ≥ 90｜PEP 8 子集 96.0% ≥ 85.0%｜使用示例 README.md:83（由 tests 逐字执行，防文案腐烂）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314502"/>
            <a:ext cx="11237976" cy="1098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314502"/>
            <a:ext cx="54864" cy="1098745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396798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39679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37851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优秀+增量处理/自定义验证规则/100万行&lt;5分钟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405942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405942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661974"/>
            <a:ext cx="10671047" cy="6964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增量重放 clean.csv 与全量逐字节一致（新增 0 行）｜自定义验证规则 3 条逐条计数、本次剔 0 行（分步见第 8 节）｜压测 1004740 行走同一条七步管道，预算 300s 内完成【达标】（verdict 取 runtime/bench.json 记录，秒数为波动指标不进本表）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出处：工程化项目/p21_pandas_clean/output/report.txt 第 132 节「分层达标」——本机 2026-10-28 05:07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工程化项目/p21_pandas_clean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21_pandas_clean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35816"/>
            <a:ext cx="11237976" cy="356243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534831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p21_pandas_clean：分层达标 第 132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21_pandas_clean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0034"/>
            <a:ext cx="11237976" cy="15396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06621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pytest：34 passed in 52.60s（本机实跑，非示例）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431973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431973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514269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工程化项目/p21_pandas_clean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完成工单P2.1《Pandas数据处理管道》：及格标准管道完整+质量≥85%；优秀标准特殊格式处理+质量≥90%+PEP 8≥85%；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撰写数据质量报告（问题类型统计与处理决策说明）；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预习NumPy数组基础。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P4.1 采集上报完成态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断线重连生效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MQTT 上报 ≥ 3 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数值 ÷10 还原正确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00" y="2006102"/>
            <a:ext cx="4600000" cy="13877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特征字典驱动补齐30维特征——应用：见工单sta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x**2向量化为什么比for快100倍？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