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18"/>
    <p:sldId id="280" r:id="rId32"/>
    <p:sldId id="310" r:id="rId62"/>
    <p:sldId id="368" r:id="rId15"/>
    <p:sldId id="369" r:id="rId16"/>
    <p:sldId id="370" r:id="rId17"/>
    <p:sldId id="339" r:id="rId91"/>
    <p:sldId id="341" r:id="rId93"/>
    <p:sldId id="366" r:id="rId118"/>
    <p:sldId id="367" r:id="rId119"/>
    <p:sldId id="372" r:id="rId19"/>
    <p:sldId id="373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91" Type="http://schemas.openxmlformats.org/officeDocument/2006/relationships/slide" Target="slides/slide7.xml"/><Relationship Id="rId93" Type="http://schemas.openxmlformats.org/officeDocument/2006/relationships/slide" Target="slides/slide8.xml"/><Relationship Id="rId118" Type="http://schemas.openxmlformats.org/officeDocument/2006/relationships/slide" Target="slides/slide9.xml"/><Relationship Id="rId1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开场30秒：本次课《列表与字典：C里没有的武器》，80分钟＝2课时×40分钟。课前已发工单+starter+微课知识卡，资讯·计划线上完成。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情境说书（30秒，口头讲，不必逐字念）：实习第一天，吴工丢来一份《新员工Python能力测评》：'你C语言底子不错，今天把这五道题过了，明天进项目组。'——工单P1.1：五题闯关，完成从C到Python的迁移。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预习知识点：Python基础回顾(C→Python迁移)；conda环境创建与激活 | 课中检查知识点：五题闯关全过；能conda activate pp03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列表与字典：C里没有的武器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实习第一天，吴工丢来一份《新员工Python能力测评》：'你C语言底子不错，今天把这五道题过了，明天进项目组。'——工单P1.1：五题闯关，完成从C到Python的迁移。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列表与字典：C里没有的武器（1）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列表与元组：动态数组能力、切片操作；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字典：键值映射、与C结构体的对照；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面向对象基础：类、对象、属性、方法（C结构体+函数指针的升级视角）；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异常处理：try/except/finally；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工单P1.1实操：完成5个渐进式练习题（数据类型⭐/控制流⭐⭐/列表字典⭐⭐/类与对象⭐⭐⭐/异常处理⭐⭐）。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p11_exercises：本次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≥3题正确运行；PEP 8≥75%；有基础注释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 题｜PEP 8 子集达标率 100.0%（检查项通过 4794/4795）≥ 75.0%｜有 docstring 的公开函数 53/53、模块 13/13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4题；命名有意义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第4题 正确、正确 5/5（线 ≥4）｜命名有意义达标率 100.0%（合格 72/72）≥ 90.0%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5题全对；PEP 8≥85%；结构清晰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5/5｜PEP 8 子集达标率 100.0%（检查项通过 4794/4795）≥ 85.0%｜结构：四件套 4/4、一题一函数 5/5、src 模块 docstring 12/12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优秀+每题附测试用例与《迁移笔记》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每题 pytest 用例 题1 24｜题2 17｜题3 26｜题4 19｜题5 18（线 ≥1）｜迁移笔记 存在=是 正文 15 条（≥10）逐题易错点 5/5 必备章节=是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出处：工程化项目/p11_exercises/output/report.txt 第 54 节「分层达标」——本机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1_exercises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45" y="1792224"/>
            <a:ext cx="10783260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p11_exercises：分层达标 第 54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11_exercises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pytest：190 passed in 12.95s（本机实跑，非示例）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完成工单P1.1《Python基础练习五题》：及格标准≥3题正确+PEP 8≥75%；优秀标准5题全对+PEP 8≥85%+命名有意义；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整理个人《C→Python迁移对照笔记》；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预习PEP 8规范与Git基础操作。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P1.2 工程模板生成完成态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pylint 评分 ≥ 8.5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git 五步命令逐条执行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pytest 测试通过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94" y="1900000"/>
            <a:ext cx="3917012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生成标准工程模板并推Git——应用：见工单sta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