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3" r:id="rId18"/>
    <p:sldId id="311" r:id="rId63"/>
    <p:sldId id="321" r:id="rId73"/>
    <p:sldId id="369" r:id="rId121"/>
    <p:sldId id="370" r:id="rId15"/>
    <p:sldId id="371" r:id="rId16"/>
    <p:sldId id="372" r:id="rId17"/>
    <p:sldId id="340" r:id="rId92"/>
    <p:sldId id="367" r:id="rId119"/>
    <p:sldId id="368" r:id="rId120"/>
    <p:sldId id="374" r:id="rId19"/>
    <p:sldId id="375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63" Type="http://schemas.openxmlformats.org/officeDocument/2006/relationships/slide" Target="slides/slide2.xml"/><Relationship Id="rId73" Type="http://schemas.openxmlformats.org/officeDocument/2006/relationships/slide" Target="slides/slide3.xml"/><Relationship Id="rId92" Type="http://schemas.openxmlformats.org/officeDocument/2006/relationships/slide" Target="slides/slide8.xml"/><Relationship Id="rId119" Type="http://schemas.openxmlformats.org/officeDocument/2006/relationships/slide" Target="slides/slide9.xml"/><Relationship Id="rId120" Type="http://schemas.openxmlformats.org/officeDocument/2006/relationships/slide" Target="slides/slide10.xml"/><Relationship Id="rId12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开场30秒：本次课《每天早上8点的生产日报》，80分钟＝2课时×40分钟。课前已发工单+starter+微课知识卡，资讯·计划线上完成。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工单发布话术：'数字化转型办公室发来工单P3.2《每日生产分析报告系统》，及格线是四，优秀线看A层标准'——念完发starter。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| 预习知识点：matplotlib绘图(subplot/bar)；Streamlit/Plotly概览 | 课中检查知识点：5+KPI仪表盘可交互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每天早上8点的生产日报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每天早上8点的生产日报（1）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Jinja2 HTML报表模板与CSS样式；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reportlab生成PDF（图表+图像+表格混排）；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邮件发送自动化（smtplib）；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工单P3.2实操：设计每日生产分析报告系统（概览/详细分析/异常识别/数据表四部分，生成&lt;1分钟）。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实施任务：工单P3.2《每日生产分析报告系统》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Jinja2渲染HTML四段式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reportlab图文PDF(中文字体)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生成耗时记录(&lt;2min)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四部分完整+PDF正确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异常自动识别+&lt;1分钟+美观≥4/5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P3 日报自动化完成态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KPI 计算正确（5 指标）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P3 日报自动化完成态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图表嵌入无乱码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25497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KPI可用+时间筛选；日报四部分完整+PDF正确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必做 KPI 5/5 全有值；时间筛选：同一 core.filter_records 缩到单日 2026-03-01 命中 47 行（全量 1186）；四段 生产概览 / 详细分析 / 异常识别 / 数据附表 全部见于 daily_report.html；PDF daily_report.pdf 校验通过：42190 B / 4 页，%PDF- 头与 %%EOF 尾齐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43985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43985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26281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2628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07993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联动筛选流畅；日报生成&lt;2分钟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35425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35425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91457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联动程序化验证（同一 core.filter_records）：单日命中 47/1186 行；仅选 DEV-01 命中 296 行、总产量 14939＜全量 60273（筛选真的驱动重算）；app.py on_select="rerun" 接线 2 处 → core.drill_rows 联动明细 30 行（回路非空）；AppTest 无头真执行 app.py 并断言切换单日后命中变小（tests/test_dashboard.py，非肉眼验收）；日报耗时档位 &lt;1s（预算 120s，判定行不含毫秒，精确秒数在 timing.txt/runtime/）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825497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≥7指标+钻取交互；异常自动识别；美观度≥4/5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指标实得 9 个；钻取：复放选择事件 x=['2026-03-03', '2026-03-05', '2026-03-07'] → 联动明细 30 行（上限 30）指纹 crc32=e89f637a（跨 PYTHONHASHSEED 稳定）；异常自动识别命中 357 条（temp&gt;90.0 或 vib&gt;4.5，逐条附处置建议）；美观度 5/5（≥4 达标；标题层级 1/1、单位标注 1/1、配色 1/1、图例 1/1、响应式 1/1；扣分项：无）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05373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05373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487669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8766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469381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优秀+定时自动生成(mailto/计划任务)+移动端适配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96813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96813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2845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继承优秀(B)：达标；定时：schedule.at=07:30 解析为每日 07:30，下次触发为真实 datetime 且晚于此刻（墙钟值写 runtime/schedule_state.txt 与 output/timing.txt，不进判定行）；计划任务 4 件产物已渲染（crontab/systemd/launchd/mailto，写 runtime/schedule/）；mailto 收件人 line-lead@example.com 且 subject/body 齐；移动端：viewport=True flex=True media=True 窄屏断点 600px（config 上限 768px）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出处：工程化项目/p33_kpi_cockpit/output/report.txt 第 15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33_kpi_cockpit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19" y="1792224"/>
            <a:ext cx="9231712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p33_kpi_cockpit：分层达标 第 15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7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33_kpi_cockpit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pytest：270 passed in 18.75s（本机实跑，非示例）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完成工单P3.1《产线KPI实时仪表盘》：及格标准5个KPI+时间筛选可用；优秀标准≥7指标+钻取交互+加载&lt;2秒；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完成工单P3.2《每日生产分析报告系统》：及格标准四部分完整+PDF正确；优秀标准异常自动识别+&lt;1分钟+美观度≥4/5；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预习TCP/IP与MQTT协议基础。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三线程骨架贯通(采集/订阅/处理)——应用：见工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为什么‘共享list.append’有隐患而Queue安全？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