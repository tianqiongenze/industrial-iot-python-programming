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21"/>
    <p:sldId id="311" r:id="rId63"/>
    <p:sldId id="368" r:id="rId15"/>
    <p:sldId id="369" r:id="rId16"/>
    <p:sldId id="370" r:id="rId17"/>
    <p:sldId id="377" r:id="rId24"/>
    <p:sldId id="378" r:id="rId25"/>
    <p:sldId id="379" r:id="rId26"/>
    <p:sldId id="319" r:id="rId71"/>
    <p:sldId id="367" r:id="rId119"/>
    <p:sldId id="371" r:id="rId18"/>
    <p:sldId id="372" r:id="rId19"/>
    <p:sldId id="373" r:id="rId20"/>
    <p:sldId id="338" r:id="rId90"/>
    <p:sldId id="365" r:id="rId117"/>
    <p:sldId id="366" r:id="rId118"/>
    <p:sldId id="375" r:id="rId22"/>
    <p:sldId id="376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2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63" Type="http://schemas.openxmlformats.org/officeDocument/2006/relationships/slide" Target="slides/slide3.xml"/><Relationship Id="rId71" Type="http://schemas.openxmlformats.org/officeDocument/2006/relationships/slide" Target="slides/slide7.xml"/><Relationship Id="rId90" Type="http://schemas.openxmlformats.org/officeDocument/2006/relationships/slide" Target="slides/slide12.xml"/><Relationship Id="rId117" Type="http://schemas.openxmlformats.org/officeDocument/2006/relationships/slide" Target="slides/slide13.xml"/><Relationship Id="rId118" Type="http://schemas.openxmlformats.org/officeDocument/2006/relationships/slide" Target="slides/slide14.xml"/><Relationship Id="rId1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开场30秒：本次课《不写SQL也能操作数据库》，80分钟＝2课时×40分钟。课前已发工单+starter+微课知识卡，资讯·计划线上完成。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不写SQL也能操作数据库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ProcessOn（ER图设计）+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不写SQL也能操作数据库（1）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SQLAlchemy ORM：模型定义、会话管理、关系映射；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ORM查询：filter、join、聚合；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批量写入与事务；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工单P5实操：将P4采集系统数据入库，构建小型产线数据仓库（ORM实现+统计查询+性能对比）。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工程化代码：建表→批量insert→where 查询（零依赖）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Table: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name, fields):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not fields: raise ValueError("未定义字段")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self.name = name; self.fields = list(fields)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self.rows = []; self.indexes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create_index(self, col):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inv = {}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for i, r in enumerate(self.rows):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inv.setdefault(r[col], set()).add(i)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self.indexes[col] = inv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where(self, **kw):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if len(kw) == 1: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col, val = next(iter(kw.items()))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if col in self.indexes: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return [self.rows[i] for i in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sorted(self.indexes[col].get(val, set()))]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[r for r in self.rows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if all(r.get(k) == v for k, v in kw.items())]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索引查询正确 | TC-03 无索引→FULL SCAN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空字段表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len(tbl.where(device_id="DEV-02")) == 3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test_no_index(tbl):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tbl.explain(temp=3.0) == "FULL SCAN"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实施任务：工单P5《产线数据仓库与ORM》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records(device_id,ts)建索引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EXPLAIN QUERY PLAN前后对比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复杂查询(多表JOIN聚合)冲优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4表合理+ORM入库+2条查询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索引有EXPLAIN证据+规避N+1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P5 ORM操作完成态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ORM 声明式建表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关系查询可用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EXPLAIN 走索引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12 / 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13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14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完成工单P5《产线数据仓库》：及格标准4表设计合理+ORM入库+基础统计；优秀标准含索引优化+批量写入+复杂查询；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完成ER图与数据字典文档；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预习机器学习基本流程（训练/验证/预测）。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诊断模型训练与F1达标——应用：见工单start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仓库模式｜仓库模式=档案室三级索引：设备档案1-N测点盒N-记录纸；告警挂档案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外键与数据字典｜外键=档案间的挂锁引用；数据字典=每格抽屉的说明书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ORM声明式｜ORM=用Python类'声明'表结构——类即表，字段即属性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bulk批量插入｜bulk=整车运输vs逐件快递：一次提交万行，快10倍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N+1陷阱｜N+1=点一名学生跑一趟教务处——列表页逐条查询卡顿元凶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索引与EXPLAIN｜索引=书后索引页：查得快但每页写书都要多维护一份——有代价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误区：一张大宽表塞所有——先画ER再建表，表错后面全返工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误区：字段含义靠口口相传——字典进docs/新同事不看代码也能懂库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误区：ORM与裸SQL二选一——CRUD用ORM，复杂聚合报表裸SQL更快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N+1慢 → joinedload一次带出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连接泄漏 → with Session()自动关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索引不生效 → (device_id,ts)联合序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及格线我能过吗——4表合理+ORM入库+2条查询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优秀线我够吗——索引有EXPLAIN证据+规避N+1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技能点我能独立做出来吗——四表ER设计与ORM建模；批量事务入库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素材来源：同周《第13次课-给产线数据安个家》知识卡与避坑清单（逐字摘录）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仓库模式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误区：一张大宽表塞所有——先画ER再建表，表错后面全返工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仓库模式=档案室三级索引：设备档案1-N测点盒N-记录纸；告警挂档案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时序数据入库的关系建模——三张主表 devices / metrics / alarms 外键关联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外键与数据字典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误区：字段含义靠口口相传——字典进docs/新同事不看代码也能懂库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外键=档案间的挂锁引用；数据字典=每格抽屉的说明书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表关系与字段口径的成文契约 metrics.device_id REFERENCES devices.id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ORM声明式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误区：ORM与裸SQL二选一——CRUD用ORM，复杂聚合报表裸SQL更快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ORM=用Python类'声明'表结构——类即表，字段即属性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SQL写进类定义——类型安全+自动建表 class Metric(Base): __tablename__='metrics'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N+1慢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原因：循环逐查关联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解决：joinedload一次带出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连接泄漏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原因：session未关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解决：with Session()自动关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索引不生效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原因：列序不对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解决：(device_id,ts)联合序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素材来源：同周《第13次课-给产线数据安个家》知识卡与避坑清单（逐字摘录）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