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21"/>
    <p:sldId id="311" r:id="rId63"/>
    <p:sldId id="368" r:id="rId15"/>
    <p:sldId id="369" r:id="rId16"/>
    <p:sldId id="370" r:id="rId17"/>
    <p:sldId id="319" r:id="rId71"/>
    <p:sldId id="367" r:id="rId119"/>
    <p:sldId id="371" r:id="rId18"/>
    <p:sldId id="372" r:id="rId19"/>
    <p:sldId id="373" r:id="rId20"/>
    <p:sldId id="338" r:id="rId90"/>
    <p:sldId id="365" r:id="rId117"/>
    <p:sldId id="366" r:id="rId118"/>
    <p:sldId id="375" r:id="rId22"/>
    <p:sldId id="376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63" Type="http://schemas.openxmlformats.org/officeDocument/2006/relationships/slide" Target="slides/slide2.xml"/><Relationship Id="rId71" Type="http://schemas.openxmlformats.org/officeDocument/2006/relationships/slide" Target="slides/slide6.xml"/><Relationship Id="rId90" Type="http://schemas.openxmlformats.org/officeDocument/2006/relationships/slide" Target="slides/slide11.xml"/><Relationship Id="rId117" Type="http://schemas.openxmlformats.org/officeDocument/2006/relationships/slide" Target="slides/slide12.xml"/><Relationship Id="rId118" Type="http://schemas.openxmlformats.org/officeDocument/2006/relationships/slide" Target="slides/slide13.xml"/><Relationship Id="rId119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开场30秒：本次课《不写SQL也能操作数据库》，80分钟＝2课时×40分钟。课前已发工单+starter+微课知识卡，资讯·计划线上完成。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不写SQL也能操作数据库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ProcessOn（ER图设计）+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不写SQL也能操作数据库（1）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SQLAlchemy ORM：模型定义、会话管理、关系映射；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ORM查询：filter、join、聚合；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批量写入与事务；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工单P5实操：将P4采集系统数据入库，构建小型产线数据仓库（ORM实现+统计查询+性能对比）。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工程化代码：建表→批量insert→where 查询（零依赖）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Table: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name, fields):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not fields: raise ValueError("未定义字段")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self.name = name; self.fields = list(fields)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self.rows = []; self.indexes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create_index(self, col):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inv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for i, r in enumerate(self.rows):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inv.setdefault(r[col], set()).add(i)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self.indexes[col] = inv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where(self, **kw):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len(kw) == 1: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col, val = next(iter(kw.items()))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if col in self.indexes: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return [self.rows[i] for i in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sorted(self.indexes[col].get(val, set()))]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[r for r in self.rows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if all(r.get(k) == v for k, v in kw.items())]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索引查询正确 | TC-03 无索引→FULL SCAN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空字段表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实施任务：工单P5《产线数据仓库与ORM》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records(device_id,ts)建索引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EXPLAIN QUERY PLAN前后对比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复杂查询(多表JOIN聚合)冲优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4表合理+ORM入库+2条查询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索引有EXPLAIN证据+规避N+1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P5 ORM操作完成态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ORM 声明式建表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关系查询可用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EXPLAIN 走索引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完成工单P5《产线数据仓库》：及格标准4表设计合理+ORM入库+基础统计；优秀标准含索引优化+批量写入+复杂查询；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完成ER图与数据字典文档；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预习机器学习基本流程（训练/验证/预测）。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诊断模型训练与F1达标——应用：见工单start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