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7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4" r:id="rId21"/>
    <p:sldId id="311" r:id="rId63"/>
    <p:sldId id="368" r:id="rId15"/>
    <p:sldId id="369" r:id="rId16"/>
    <p:sldId id="370" r:id="rId17"/>
    <p:sldId id="377" r:id="rId24"/>
    <p:sldId id="378" r:id="rId25"/>
    <p:sldId id="379" r:id="rId26"/>
    <p:sldId id="380" r:id="rId27"/>
    <p:sldId id="381" r:id="rId28"/>
    <p:sldId id="319" r:id="rId71"/>
    <p:sldId id="367" r:id="rId119"/>
    <p:sldId id="371" r:id="rId18"/>
    <p:sldId id="382" r:id="rId29"/>
    <p:sldId id="372" r:id="rId19"/>
    <p:sldId id="373" r:id="rId20"/>
    <p:sldId id="338" r:id="rId90"/>
    <p:sldId id="365" r:id="rId117"/>
    <p:sldId id="366" r:id="rId118"/>
    <p:sldId id="375" r:id="rId22"/>
    <p:sldId id="376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14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2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5.xml"/><Relationship Id="rId63" Type="http://schemas.openxmlformats.org/officeDocument/2006/relationships/slide" Target="slides/slide3.xml"/><Relationship Id="rId71" Type="http://schemas.openxmlformats.org/officeDocument/2006/relationships/slide" Target="slides/slide12.xml"/><Relationship Id="rId90" Type="http://schemas.openxmlformats.org/officeDocument/2006/relationships/slide" Target="slides/slide18.xml"/><Relationship Id="rId117" Type="http://schemas.openxmlformats.org/officeDocument/2006/relationships/slide" Target="slides/slide19.xml"/><Relationship Id="rId118" Type="http://schemas.openxmlformats.org/officeDocument/2006/relationships/slide" Target="slides/slide20.xml"/><Relationship Id="rId1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开场30秒：本次课《不写SQL也能操作数据库》，80分钟＝2课时×40分钟。课前已发工单+starter+微课知识卡，资讯·计划线上完成。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工单发布话术：'数字化转型办公室发来工单P5《产线数据仓库与ORM》，及格线是4，优秀线看A层标准'——念完发starter。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预习知识点：SQLAlchemy ORM；ER设计；批量写入与索引 | 课中检查知识点：四表仓库可查询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不写SQL也能操作数据库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第七周 · 第14次课（2课时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ProcessOn（ER图设计）+ Git/GitHub（每周提交）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不写SQL也能操作数据库（1）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SQLAlchemy ORM：模型定义、会话管理、关系映射；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ORM查询：filter、join、聚合；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批量写入与事务；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工单P5实操：将P4采集系统数据入库，构建小型产线数据仓库（ORM实现+统计查询+性能对比）。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工程化代码：建表→批量insert→where 查询（零依赖）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# core.py —— 零依赖内存表 + 倒排索引（原理可见）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class Table: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__init__(self, name, fields):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if not fields: raise ValueError("未定义字段")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self.name = name; self.fields = list(fields)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self.rows = []; self.indexes = {}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create_index(self, col):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inv = {}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for i, r in enumerate(self.rows):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inv.setdefault(r[col], set()).add(i)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self.indexes[col] = inv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where(self, **kw):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if len(kw) == 1: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col, val = next(iter(kw.items()))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if col in self.indexes: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    return [self.rows[i] for i in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            sorted(self.indexes[col].get(val, set()))]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return [r for r in self.rows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    if all(r.get(k) == v for k, v in kw.items())]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22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工程化设计：索引抉择 —— 空间换时间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B侧 · 索引与EXPLAIN · 数据访问方式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为什么加索引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where(device_id=..) 频繁查询列上建倒排索引——等值查询从全表扫描降为索引直取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什么时候建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高频等值查询列建索引；写多读少、筛选性差的列不建——索引本身占空间与维护成本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test_index_query(tbl):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len(tbl.where(device_id="DEV-02")) == 3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def test_no_index(tbl):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tbl.explain(temp=3.0) == "FULL SCAN"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设计要点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对账式验证：有索引结果=无索引结果，机制不同但答案一致——先跑对再谈优化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22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工程化测试：单测怎么证可靠（GB/T 15532）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测试计划与报告 · pytest 三层策略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纯函数单测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复现: python -m pytest -q ｜ 用例≥6 全绿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按 正常/边界/异常 三档覆盖——可靠性是被测出来的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用例清单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TC-01 缺字段 insert → ValueError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TC-02 索引查询正确 | TC-03 无索引→FULL SCAN</a:t>
            </a: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TC-04 空字段表 → ValueError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test_index_query(tbl):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len(tbl.where(device_id="DEV-02")) == 3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def test_no_index(tbl):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tbl.explain(temp=3.0) == "FULL SCAN"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GB/T 15532 三层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单元(纯函数) / 集成(pipeline端到端) / 回归(pytest -q)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缺陷记录: 本轮无遗留；退出码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22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22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仓库模式｜仓库模式=档案室三级索引：设备档案1-N测点盒N-记录纸；告警挂档案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外键与数据字典｜外键=档案间的挂锁引用；数据字典=每格抽屉的说明书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ORM声明式｜ORM=用Python类'声明'表结构——类即表，字段即属性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bulk批量插入｜bulk=整车运输vs逐件快递：一次提交万行，快10倍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N+1陷阱｜N+1=点一名学生跑一趟教务处——列表页逐条查询卡顿元凶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索引与EXPLAIN｜索引=书后索引页：查得快但每页写书都要多维护一份——有代价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误区：一张大宽表塞所有——先画ER再建表，表错后面全返工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误区：字段含义靠口口相传——字典进docs/新同事不看代码也能懂库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误区：ORM与裸SQL二选一——CRUD用ORM，复杂聚合报表裸SQL更快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N+1慢 → joinedload一次带出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连接泄漏 → with Session()自动关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索引不生效 → (device_id,ts)联合序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及格线我能过吗——4表合理+ORM入库+2条查询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优秀线我够吗——索引有EXPLAIN证据+规避N+1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技能点我能独立做出来吗——四表ER设计与ORM建模；批量事务入库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素材来源：同周《第13次课-给产线数据安个家》知识卡与避坑清单（逐字摘录）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22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仓库模式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误区：一张大宽表塞所有——先画ER再建表，表错后面全返工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仓库模式=档案室三级索引：设备档案1-N测点盒N-记录纸；告警挂档案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时序数据入库的关系建模——三张主表 devices / metrics / alarms 外键关联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外键与数据字典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误区：字段含义靠口口相传——字典进docs/新同事不看代码也能懂库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外键=档案间的挂锁引用；数据字典=每格抽屉的说明书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表关系与字段口径的成文契约 metrics.device_id REFERENCES devices.id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ORM声明式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误区：ORM与裸SQL二选一——CRUD用ORM，复杂聚合报表裸SQL更快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ORM=用Python类'声明'表结构——类即表，字段即属性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SQL写进类定义——类型安全+自动建表 class Metric(Base): __tablename__='metrics'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22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N+1慢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原因：循环逐查关联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解决：joinedload一次带出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连接泄漏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原因：session未关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解决：with Session()自动关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索引不生效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原因：列序不对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解决：(device_id,ts)联合序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素材来源：同周《第13次课-给产线数据安个家》知识卡与避坑清单（逐字摘录）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本课知识速览卡 · 边做边对照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22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本讲是动手冲刺课：知识点在完整讲解课已细讲——这页把它们浓缩成一张速览卡，边做边对照。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1783080"/>
            <a:ext cx="63093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1783080"/>
            <a:ext cx="630936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1819656"/>
            <a:ext cx="6089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知识点速览（逐字摘自同周完整讲解课知识卡）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2267712"/>
            <a:ext cx="6035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仓库模式｜仓库模式=档案室三级索引：设备档案1-N测点盒N-记录纸；告警挂档案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外键与数据字典｜外键=档案间的挂锁引用；数据字典=每格抽屉的说明书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ORM声明式｜ORM=用Python类'声明'表结构——类即表，字段即属性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bulk批量插入｜bulk=整车运输vs逐件快递：一次提交万行，快10倍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N+1陷阱｜N+1=点一名学生跑一趟教务处——列表页逐条查询卡顿元凶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索引与EXPLAIN｜索引=书后索引页：查得快但每页写书都要多维护一份——有代价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03720" y="1783080"/>
            <a:ext cx="4828032" cy="19659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03720" y="1783080"/>
            <a:ext cx="482803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13448" y="181965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本讲达标线（当堂评分同口径）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8312" y="2249424"/>
            <a:ext cx="4526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及格(D)：4表合理+ORM入库+2条查询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优秀(B+)：索引有EXPLAIN证据+规避N+1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03720" y="3886200"/>
            <a:ext cx="4828032" cy="201168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03720" y="3886200"/>
            <a:ext cx="4828032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13448" y="392277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动手前三个提醒（踩坑点摘录）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68312" y="4352544"/>
            <a:ext cx="4526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⚠ joinedload一次带出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with Session()自动关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(device_id,ts)联合序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素材来源：同周《第13次课-给产线数据安个家》知识卡与避坑清单（逐字摘录）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 · 带着问题去下一讲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22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带着问题去下一讲——预习任务与自测问题逐字取自课程安排，课前完成。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1920240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1920240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208483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主题：诊断模型训练与F1达标——应用：见工单start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026664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026664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3191256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预习快问：过拟合的信号是什么？怎么防？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133087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133087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297679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课前完成：导学单 + 预习自测 + starter环境自检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239512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5239512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404103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带着问题：来上课——Predict先于Run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实施任务：工单P5《产线数据仓库与ORM》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records(device_id,ts)建索引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EXPLAIN QUERY PLAN前后对比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复杂查询(多表JOIN聚合)冲优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4表合理+ORM入库+2条查询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索引有EXPLAIN证据+规避N+1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B2B28"/>
                </a:solidFill>
              </a:rPr>
              <a:t>P5 ORM操作完成态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ORM 声明式建表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关系查询可用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批量插入生效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EXPLAIN 走索引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2452297"/>
            <a:ext cx="7863840" cy="15327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P5.1/P5.2 p55_warehouse_orm：本次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14 / 22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7559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755913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900" b="0">
                <a:solidFill>
                  <a:srgbClr val="5C6E6A"/>
                </a:solidFill>
              </a:rPr>
              <a:t>   验收口径：</a:t>
            </a:r>
            <a:r>
              <a:rPr sz="900" b="0">
                <a:solidFill>
                  <a:srgbClr val="5C6E6A"/>
                </a:solidFill>
              </a:rPr>
              <a:t>4表设计合理；ORM入库成功；2条统计查询可用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0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353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建表 4/4 张（缺:无）｜records 入库 1436 行（种子 500＋P4缓冲 936，预期 1436，相符=是）｜统计查询可用 3/3 条（T4a 3 行、T4b 3 行、T4c 12 行；门槛 ≥2 条）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37440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37440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45669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45669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43840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900" b="0">
                <a:solidFill>
                  <a:srgbClr val="5C6E6A"/>
                </a:solidFill>
              </a:rPr>
              <a:t>   验收口径：</a:t>
            </a:r>
            <a:r>
              <a:rPr sz="900" b="0">
                <a:solidFill>
                  <a:srgbClr val="5C6E6A"/>
                </a:solidFill>
              </a:rPr>
              <a:t>数据字典完整；批量事务；溯源查询正确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46584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46584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0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72187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数据字典 18/18 列有成文含义（未登记:无）｜批量事务 bulk_save_objects 分批提交 15 次（种子 5＋缓冲 10，每批≤100 条）｜溯源 alarms→devices→points→records 四表 JOIN 命中 57/57 条告警、外键孤儿行 0（100.0%）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B/A 档续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P5.1/P5.2 p55_warehouse_orm：本次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15 / 22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408686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408686"/>
            <a:ext cx="54864" cy="97027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490982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49098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472694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900" b="0">
                <a:solidFill>
                  <a:srgbClr val="5C6E6A"/>
                </a:solidFill>
              </a:rPr>
              <a:t>   验收口径：</a:t>
            </a:r>
            <a:r>
              <a:rPr sz="900" b="0">
                <a:solidFill>
                  <a:srgbClr val="5C6E6A"/>
                </a:solidFill>
              </a:rPr>
              <a:t>索引优化有EXPLAIN证据；N+1问题已规避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500126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500126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0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756158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bench_records 20000 行区间查询命中 240 行，建索引前全表 SCAN=是 → 建索引后 SEARCH USING INDEX=是（计划行见本报告「B层·索引优化」段，墙钟毫秒只写 runtime/bench.json 不入 output/）｜N+1 实测：懒加载 4 条 SELECT vs joinedload 1 条（3 台设备）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4297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4297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2526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2526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0697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900" b="0">
                <a:solidFill>
                  <a:srgbClr val="5C6E6A"/>
                </a:solidFill>
              </a:rPr>
              <a:t>   验收口径：</a:t>
            </a:r>
            <a:r>
              <a:rPr sz="900" b="0">
                <a:solidFill>
                  <a:srgbClr val="5C6E6A"/>
                </a:solidFill>
              </a:rPr>
              <a:t>优秀+复杂查询(多表JOIN聚合)+导入P3仪表盘形成闭环演示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53441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53441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0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79044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设备×小时四表 JOIN 聚合 36 桶（3 台设备），与逐行手算一致=是；窗口环比 12 桶 ORM=裸SQL 一致｜P3 交接文件 output/p3_dashboard_handoff.csv：36 行×6 列[ts/device_id/line/temp/vib/status]，时间解析失败 0 行、未知设备 0 个、缺列:无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>
                <a:solidFill>
                  <a:srgbClr val="1B2B28"/>
                </a:solidFill>
              </a:rPr>
              <a:t>出处：工程化项目/p55_warehouse_orm/output/report.txt 第 139 节「分层达标」——本机 2026-10-28 05:08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900" b="0">
                <a:solidFill>
                  <a:srgbClr val="1B2B28"/>
                </a:solidFill>
              </a:rPr>
              <a:t>复现：cd 工程化项目/p55_warehouse_orm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90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P5.1/P5.2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16 / 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55_warehouse_orm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23437"/>
            <a:ext cx="11237976" cy="37871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47210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▲ p55_warehouse_orm：分层达标 第 139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P5.1/P5.2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17 / 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55_warehouse_orm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0034"/>
            <a:ext cx="11237976" cy="153960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066213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▲ pytest：58 passed in 4.54s（本机实跑，非示例）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431973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431973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514269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900" b="0">
                <a:solidFill>
                  <a:srgbClr val="1B2B28"/>
                </a:solidFill>
              </a:rPr>
              <a:t>复现：cd 工程化项目/p55_warehouse_orm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90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完成工单P5《产线数据仓库》：及格标准4表设计合理+ORM入库+基础统计；优秀标准含索引优化+批量写入+复杂查询；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完成ER图与数据字典文档；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预习机器学习基本流程（训练/验证/预测）。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诊断模型训练与F1达标——应用：见工单start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过拟合的信号是什么？怎么防？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