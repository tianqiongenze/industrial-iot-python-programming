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11" r:id="rId63"/>
    <p:sldId id="368" r:id="rId15"/>
    <p:sldId id="369" r:id="rId16"/>
    <p:sldId id="370" r:id="rId17"/>
    <p:sldId id="319" r:id="rId71"/>
    <p:sldId id="367" r:id="rId119"/>
    <p:sldId id="371" r:id="rId18"/>
    <p:sldId id="372" r:id="rId19"/>
    <p:sldId id="373" r:id="rId20"/>
    <p:sldId id="338" r:id="rId90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63" Type="http://schemas.openxmlformats.org/officeDocument/2006/relationships/slide" Target="slides/slide2.xml"/><Relationship Id="rId71" Type="http://schemas.openxmlformats.org/officeDocument/2006/relationships/slide" Target="slides/slide6.xml"/><Relationship Id="rId90" Type="http://schemas.openxmlformats.org/officeDocument/2006/relationships/slide" Target="slides/slide8.xml"/><Relationship Id="rId117" Type="http://schemas.openxmlformats.org/officeDocument/2006/relationships/slide" Target="slides/slide9.xml"/><Relationship Id="rId118" Type="http://schemas.openxmlformats.org/officeDocument/2006/relationships/slide" Target="slides/slide10.xml"/><Relationship Id="rId119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开场30秒：本次课《不写SQL也能操作数据库》，80分钟＝2课时×40分钟。课前已发工单+starter+微课知识卡，资讯·计划线上完成。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不写SQL也能操作数据库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ProcessOn（ER图设计）+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不写SQL也能操作数据库（1）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SQLAlchemy ORM：模型定义、会话管理、关系映射；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ORM查询：filter、join、聚合；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批量写入与事务；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工单P5实操：将P4采集系统数据入库，构建小型产线数据仓库（ORM实现+统计查询+性能对比）。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工程化代码：建表→批量insert→where 查询（零依赖）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Table: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name, fields):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not fields: raise ValueError("未定义字段")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self.name = name; self.fields = list(fields)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self.rows = []; self.indexes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create_index(self, col):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inv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for i, r in enumerate(self.rows):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inv.setdefault(r[col], set()).add(i)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self.indexes[col] = inv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where(self, **kw):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len(kw) == 1: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col, val = next(iter(kw.items()))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if col in self.indexes: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return [self.rows[i] for i in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sorted(self.indexes[col].get(val, set()))]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[r for r in self.rows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if all(r.get(k) == v for k, v in kw.items())]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索引查询正确 | TC-03 无索引→FULL SCAN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空字段表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实施任务：工单P5《产线数据仓库与ORM》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records(device_id,ts)建索引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EXPLAIN QUERY PLAN前后对比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复杂查询(多表JOIN聚合)冲优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4表合理+ORM入库+2条查询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索引有EXPLAIN证据+规避N+1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P5 ORM操作完成态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ORM 声明式建表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关系查询可用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批量插入生效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EXPLAIN 走索引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452297"/>
            <a:ext cx="7863840" cy="15327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完成工单P5《产线数据仓库》：及格标准4表设计合理+ORM入库+基础统计；优秀标准含索引优化+批量写入+复杂查询；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完成ER图与数据字典文档；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预习机器学习基本流程（训练/验证/预测）。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诊断模型训练与F1达标——应用：见工单start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p55_warehouse_orm：本次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8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4表设计合理；ORM入库成功；2条统计查询可用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建表 4/4 张（缺:无）｜records 入库 1436 行（种子 500＋P4缓冲 936，预期 1436，相符=是）｜统计查询可用 3/3 条（T4a 3 行、T4b 3 行、T4c 12 行；门槛 ≥2 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数据字典完整；批量事务；溯源查询正确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46584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46584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数据字典 18/18 列有成文含义（未登记:无）｜批量事务 bulk_save_objects 分批提交 15 次（种子 5＋缓冲 10，每批≤100 条）｜溯源 alarms→devices→points→records 四表 JOIN 命中 57/57 条告警、外键孤儿行 0（100.0%）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索引优化有EXPLAIN证据；N+1问题已规避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500126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500126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bench_records 20000 行区间查询命中 240 行，建索引前全表 SCAN=是 → 建索引后 SEARCH USING INDEX=是（计划行见本报告「B层·索引优化」段，墙钟毫秒只写 runtime/bench.json 不入 output/）｜N+1 实测：懒加载 4 条 SELECT vs joinedload 1 条（3 台设备）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优秀+复杂查询(多表JOIN聚合)+导入P3仪表盘形成闭环演示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3441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3441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设备×小时四表 JOIN 聚合 36 桶（3 台设备），与逐行手算一致=是；窗口环比 12 桶 ORM=裸SQL 一致｜P3 交接文件 output/p3_dashboard_handoff.csv：36 行×6 列[ts/device_id/line/temp/vib/status]，时间解析失败 0 行、未知设备 0 个、缺列:无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出处：工程化项目/p55_warehouse_orm/output/report.txt 第 139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55_warehouse_orm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p55_warehouse_orm：分层达标 第 139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55_warehouse_orm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pytest：58 passed in 4.54s（本机实跑，非示例）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