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3" r:id="rId65"/>
    <p:sldId id="371" r:id="rId15"/>
    <p:sldId id="372" r:id="rId16"/>
    <p:sldId id="373" r:id="rId17"/>
    <p:sldId id="342" r:id="rId94"/>
    <p:sldId id="344" r:id="rId96"/>
    <p:sldId id="369" r:id="rId121"/>
    <p:sldId id="370" r:id="rId1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5" Type="http://schemas.openxmlformats.org/officeDocument/2006/relationships/slide" Target="slides/slide3.xml"/><Relationship Id="rId94" Type="http://schemas.openxmlformats.org/officeDocument/2006/relationships/slide" Target="slides/slide4.xml"/><Relationship Id="rId96" Type="http://schemas.openxmlformats.org/officeDocument/2006/relationships/slide" Target="slides/slide5.xml"/><Relationship Id="rId121" Type="http://schemas.openxmlformats.org/officeDocument/2006/relationships/slide" Target="slides/slide6.xml"/><Relationship Id="rId12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开场30秒：本次课《从振动信号提取30维特征》，80分钟＝2课时×40分钟。课前已发工单+starter+微课知识卡，资讯·计划线上完成。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情境说书（30秒，口头讲，不必逐字念）：振动数据洗干净了，但中台要的是'能喂给AI的特征'。吴工给出特征字典模板：'30个特征，向量化实现，100毫秒内。'——工单P2.2：NumPy特征工程。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预习知识点：NumPy数组运算；向量化与广播；FFT频域概念 | 课中检查知识点：30维特征&lt;100ms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从振动信号提取30维特征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振动数据洗干净了，但中台要的是'能喂给AI的特征'。吴工给出特征字典模板：'30个特征，向量化实现，100毫秒内。'——工单P2.2：NumPy特征工程。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从振动信号提取30维特征（1）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傅里叶变换（FFT）与频域分析：np.fft.fft、fftfreq；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时域特征（10个）：均值、标准差、峰值、峰峰值、RMS、峭度等；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频域特征（15个）：主频率、频率带宽、能量分布、频域质心等；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统计特征（5个）：偏度、峰度、变异系数、信息熵等；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工单P2.2实操：基于“特征字典模板+5个示例特征实现”骨架起步，补齐其余特征并完成向量化实现、特征标准化与箱线图可视化（4课时聚焦NumPy表达与性能优化，不从零推导公式）。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完成工单P2.2《设备故障特征提取系统》：及格标准30特征正确+向量化+标准化；优秀标准广播运用充分+&lt;50ms+特征字典完整；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手绘一张“时域→频域”变换示意图并配文字解释；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预习Matplotlib与Plotly可视化基础。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P6 模型服务完成态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serve 模式接口可调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model_v1.joblib 已保存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healthz 返回 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shot_w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2210763"/>
            <a:ext cx="4600000" cy="9784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搭建5+KPI仪表盘——应用：见工单starte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p22_feature_factory：本次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30特征计算正确；向量化为主；标准化正确；PEP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主特征 30/30、重名 0、缺列 0｜向量化 AST 扫描 12 个特征函数逐样本循环 0 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1000样本&lt;100ms；特征字典含物理含义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1000 窗 ≤ C 档线 100 ms（config: perf.target_ms，实测毫秒只写 runtime/timing.json 以免破坏 output/ 逐字节复现）｜特征字典 35 条物理含义空白 0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&lt;50ms；广播运用充分；箱线图输出；文档完整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60730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60730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实测 ≤ B 档线 50 ms（config: perf.excellent_ms）｜箱线图 output/boxplot.png｜docs/ 过程文档 8 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优秀+衍生特征5个+相关性特征选择(去冗余)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8800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8800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前置优秀档=达标｜衍生 5/5 列｜去冗余 保留 19 + 剔除 11 = 主特征 30（分区完整=True）｜剔除项均带 kept 赢家与 |r| 证据=True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出处：工程化项目/p22_feature_factory/output/report.txt 第 76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工程化项目/p22_feature_factory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2_feature_factory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p22_feature_factory：工单验收四档对照 第 76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上：p22_feature_factory 分层达标逐字输出（见上一页）｜下：pytest 全量实跑（退出码 0，全绿）</a:t>
            </a:r>
          </a:p>
        </p:txBody>
      </p:sp>
      <p:pic>
        <p:nvPicPr>
          <p:cNvPr id="12" name="Picture 11" descr="p22_feature_factory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678" y="1792224"/>
            <a:ext cx="6387595" cy="2663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492427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68 行起）：四档逐字原文，未改写</a:t>
            </a:r>
          </a:p>
        </p:txBody>
      </p:sp>
      <p:pic>
        <p:nvPicPr>
          <p:cNvPr id="14" name="Picture 13" descr="p22_feature_factory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678" y="4766747"/>
            <a:ext cx="6387595" cy="8751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pytest：61 passed in 47.65s（本机实跑，非示例）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