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1" r:id="rId63"/>
    <p:sldId id="319" r:id="rId71"/>
    <p:sldId id="368" r:id="rId16"/>
    <p:sldId id="369" r:id="rId17"/>
    <p:sldId id="370" r:id="rId18"/>
    <p:sldId id="367" r:id="rId119"/>
    <p:sldId id="338" r:id="rId90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71" Type="http://schemas.openxmlformats.org/officeDocument/2006/relationships/slide" Target="slides/slide4.xml"/><Relationship Id="rId90" Type="http://schemas.openxmlformats.org/officeDocument/2006/relationships/slide" Target="slides/slide6.xml"/><Relationship Id="rId117" Type="http://schemas.openxmlformats.org/officeDocument/2006/relationships/slide" Target="slides/slide7.xml"/><Relationship Id="rId118" Type="http://schemas.openxmlformats.org/officeDocument/2006/relationships/slide" Target="slides/slide8.xml"/><Relationship Id="rId119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开场30秒：本次课《搭建多源数据采集中枢》，80分钟＝2课时×40分钟。课前已发工单+starter+微课知识卡，资讯·计划线上完成。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工单发布话术：'数字化转型办公室发来工单P4.1《多源数据采集系统》，及格线是三，优秀线看A层标准'——念完发starter。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预习知识点：多线程(threading/Queue)；网络编程(socket/MQTT) | 课中检查知识点：采集率≥95%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搭建多源数据采集中枢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搭建多源数据采集中枢（1）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系统架构：3个PLC模拟器→Modbus采集器→数据处理→存储，MQTT订阅云端指令；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模块设计：ModbusCollector/MQTTSubscriber/DataProcessor三类线程架构；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工程要点：连接超时重连、数据缓冲、单位转换、异常告警、批量入库；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工单P4.1实操：基于提供的三线程架构骨架（ModbusCollector/MQTTSubscriber/DataProcessor模板），聚焦协议集成与可靠性开发，完成多源工业数据采集与消息中间件系统（采集率≥95%，吞吐≥1000条/秒）。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实施任务：工单P4.1《多源数据采集系统》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MQTTSubscriber订阅device/+/status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Processor去重+告警+SQLite批量入库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30秒统计输出采集率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三源贯通+无丢失+系统文档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≥99.5%+延迟&lt;100ms+线程安全设计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P4.1 采集中枢完成态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三源并发采集正常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对账公式恒等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断线重连+退避生效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SQLite 落库无缺口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完成工单P4.1《多源工业数据采集系统》：及格标准采集率&gt;95%+无数据丢失；优秀标准≥99.5%+延迟&lt;100ms+告警完善；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撰写系统架构文档（模块图+数据流图）；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预习SQL基础与数据库设计方法。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四表ER设计与ORM建模——应用：见工单star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一对多关系在表结构上如何表达？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工程化代码：可靠性抽成可测纯函数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transport 可注入 · 零 IO 纯函数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# 采集中枢: 读数 / 还原 / 对账恒等式 / 指数退避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read(transport, src):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[transport(src) for _ in range(int(src.get("n", 3)))]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restore(raw, scale):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if scale &lt;= 0: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raise ValueError("scale 必须为正")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[v / scale for v in raw]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reconcile(batches, flat):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sb = sum(sum(b) for b in batches)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sf = sum(flat)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abs(sb - sf) &lt; 1e-9, round(sb - sf, 9)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sleep_with(base, attempt):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base * (2 ** attempt)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工程化设计：规则外置 —— 改配置不改代码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第三种代码形态 · 企业级分层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为什么外置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阈值/批量/轮次/数据源全在 config/rules.yaml——业务规则与代码分离，改一处不动逻辑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收益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二次运行结果一致(种子固定)；配置修改不需重编译/重分发——现场调参即改即用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warn:80  danger:95  batch:3  rounds:4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backoff:0.01  unit:'c'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sources:  PLC1:5020 scale=10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      PLC2:5021 scale=1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config.py 用 YAML 加载 + yaml_lite 兜底；非法阈值(顺序颠倒)启动即校验并拒绝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三档覆盖——可靠性是被测出来的，不是写在注释里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还原: 250/scale=10 → 25.0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TC-02/03 对账: 一致→True / 不一致→False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异常: scale&lt;=0 → ValueError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# core 零 IO 纯函数，transport 可注入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  → 单测不用连真PLC，确定性可复现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test_core.py / test_config.py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  正常 / 边界 / 异常 三档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 全量)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