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5" r:id="rId21"/>
    <p:sldId id="311" r:id="rId63"/>
    <p:sldId id="369" r:id="rId15"/>
    <p:sldId id="370" r:id="rId16"/>
    <p:sldId id="371" r:id="rId17"/>
    <p:sldId id="378" r:id="rId24"/>
    <p:sldId id="379" r:id="rId25"/>
    <p:sldId id="380" r:id="rId26"/>
    <p:sldId id="381" r:id="rId27"/>
    <p:sldId id="382" r:id="rId28"/>
    <p:sldId id="320" r:id="rId72"/>
    <p:sldId id="368" r:id="rId120"/>
    <p:sldId id="372" r:id="rId18"/>
    <p:sldId id="383" r:id="rId29"/>
    <p:sldId id="373" r:id="rId19"/>
    <p:sldId id="374" r:id="rId20"/>
    <p:sldId id="339" r:id="rId91"/>
    <p:sldId id="366" r:id="rId118"/>
    <p:sldId id="367" r:id="rId119"/>
    <p:sldId id="376" r:id="rId22"/>
    <p:sldId id="377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14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2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5.xml"/><Relationship Id="rId63" Type="http://schemas.openxmlformats.org/officeDocument/2006/relationships/slide" Target="slides/slide3.xml"/><Relationship Id="rId72" Type="http://schemas.openxmlformats.org/officeDocument/2006/relationships/slide" Target="slides/slide12.xml"/><Relationship Id="rId91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Relationship Id="rId1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开场30秒：本次课《把模型部署到产线边缘》，80分钟＝2课时×40分钟。课前已发工单+starter+微课知识卡，资讯·计划线上完成。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工单发布话术：'数字化转型办公室发来工单P6.2《缺陷检测模型部署》，及格线是推，优秀线看A层标准'——念完发starter。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把模型部署到产线边缘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把模型部署到产线边缘（1）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深度学习轻量化：CNN/LSTM基础回顾、迁移学习概念；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模型导出与部署：ONNX格式、推理接口封装；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边缘部署要点：性能（延迟/吞吐）、模型版本管理；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工单P6.2实操：基于教师端训练产出的预训练缺陷检测模型（离线模型包，训练过程演示回放），学生聚焦评估调参、推理服务封装与性能测试；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课程总结与综合项目（P7，扩展周可选）说明。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工程化代码：同一接口·双后端实现（决策矩阵落地）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kv.py —— Redis 优先，diskcache 进程外等价回退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# 教学: 同一接口 get/put/incr，两种后端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import time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from config import DISK_CACHE, REDIS_URL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class RedisKV: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name = "redis"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def __init__(self, url):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import redis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self.r = redis.Redis.from_url(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url, socket_connect_timeout=1)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def put(self, k, v, ttl=60):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return self.r.setex(k, ttl, v)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def get(self, k):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return self.r.get(k)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def incr(self, k, ttl=3600):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"""原子计数：API限流(每IP每时N次)"""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return self.r.incr(k,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工程化设计：存储引擎抉择 —— 决策矩阵留痕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B侧 · 存储引擎全面 · 会选型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选引擎三问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数据关系复杂?→关系型(SQLite/SQLAlchemy)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时序采样密集?→时序库(duckdb)</a:t>
            </a: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KV热点/限流?→Redis/diskcache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决策矩阵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本课矩阵: 引擎/数据特征/当示例/回退B案——机房离线时 Redis→diskcache 同接口回退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① 关系 SQLite   device/points/alerts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② 时序 duckdb   vibration 采样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③ 图   kuzu     topology 拓扑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④ KV   Redis/diskcache 限流缓存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⑤ 向量 chroma   语义检索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决策要点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决策矩阵=记录为何选它/弃它(理由+回切条件)；验收点名考'为什么这么选'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工程化测试：单测怎么证可靠（GB/T 15532）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测试计划与报告 · 双后端等价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接口单测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复现: python -m pytest -q ｜ 用例≥6 全绿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同一接口 Redis 与 diskcache 行为一致——接口契约被测试钉住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用例清单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TC-01 put/get 往返一致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TC-02 incr 原子计数</a:t>
            </a: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TC-03 Redis断→diskcache 回退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test_kv_roundtrip(kv):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kv.put("k", "v"); assert kv.get("k") == "v"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def test_fallback():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RedisKV.unavailable \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       or use_diskcache() is 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GB/T 15532 三层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单元(接口) / 集成(多库端到端) / 回归(pytest -q)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缺陷记录: 本轮无遗留；退出码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建模五步流｜五步流=产线SOP：划分→训练→交叉验证→调参→joblib保存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混淆矩阵业务化｜混淆矩阵=体检报告四格：对角线判对；FN漏检与FP误报代价不对称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F1与交叉验证｜F1=精确与召回的调和平均（谁短谁说了算）；CV=5防一次划分运气好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推理服务化｜服务化=模型坐上窗口：POST JSON特征进→predict→J…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warmup与p95｜warmup=发动机热车：首次调用加载模型慢，预热后再测；p95=…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服务健康自检｜/health=服务的心电监护：GET返回模型版本与状态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误区：模型文件叫model.pkl——带版本/日期命名，回滚审计全靠它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误区：把混淆矩阵翻译成钱——漏检损失vs误报停机损失，算给业务听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误区：单次划分90%就报喜——五折均值才有说服力，方差也要报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预测恒同一类 → feature_names.json对齐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模型加载失败 → 记录sklearn版本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服务卡死 → 教学够用/生产Litestar+Granian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及格线我能过吗——推理服务可调通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优秀线我够吗——异常处理(404/参数错)+延迟记录+P7立项(超优)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技能点我能独立做出来吗——诊断模型训练与F1达标；模型接入P5库联动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素材来源：同周《第15次课-用特征矩阵训练诊断大脑》知识卡与避坑清单（逐字摘录）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建模五步流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误区：模型文件叫model.pkl——带版本/日期命名，回滚审计全靠它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五步流=产线SOP：划分→训练→交叉验证→调参→joblib保存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scikit-learn标准作业程序——顺序即纪律 joblib.dump(model, 'model_v20260926.joblib')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混淆矩阵业务化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误区：把混淆矩阵翻译成钱——漏检损失vs误报停机损失，算给业务听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混淆矩阵=体检报告四格：对角线判对；FN漏检与FP误报代价不对称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故障诊断评估不能只看准确率——错在哪类才关键 FN=漏报真故障(代价高) → 阈值向召回偏移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F1与交叉验证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误区：单次划分90%就报喜——五折均值才有说服力，方差也要报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F1=精确与召回的调和平均（谁短谁说了算）；CV=5防一次划分运气好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类别不平衡(故障样本少)时的诚实指标 cross_val_score(model, X, y, cv=5).mean()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预测恒同一类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原因：特征顺序错位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解决：feature_names.json对齐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模型加载失败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原因：版本不匹配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解决：记录sklearn版本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服务卡死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原因：单线程长阻塞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解决：教学够用/生产Litestar+Granian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素材来源：同周《第15次课-用特征矩阵训练诊断大脑》知识卡与避坑清单（逐字摘录）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建模五步流｜五步流=产线SOP：划分→训练→交叉验证→调参→joblib保存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混淆矩阵业务化｜混淆矩阵=体检报告四格：对角线判对；FN漏检与FP误报代价不对称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F1与交叉验证｜F1=精确与召回的调和平均（谁短谁说了算）；CV=5防一次划分运气好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推理服务化｜服务化=模型坐上窗口：POST JSON特征进→predict→JSON结论出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warmup与p95｜warmup=发动机热车：首次调用加载模型慢，预热后再测；p95=95%请求的…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服务健康自检｜/health=服务的心电监护：GET返回模型版本与状态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及格(D)：推理服务可调通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优秀(B+)：异常处理(404/参数错)+延迟记录+P7立项(超优)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feature_names.json对齐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记录sklearn版本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教学够用/生产Litestar+Granian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素材来源：同周《第15次课-用特征矩阵训练诊断大脑》知识卡与避坑清单（逐字摘录）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主题：会按场景选存储引擎并写决策矩阵留痕——应用：见工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预习快问：五库各自解决什么问题？为什么不用一库走天下？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实施任务：工单P6.2《缺陷检测模型部署》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预训练模型包本地推理(≥10样本)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POST /predict服务封装(JSON入出)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延迟测试+版本命名(model_v1)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推理服务可调通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异常处理(404/参数错)+延迟记录+P7立项(超优)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P6.2 推理服务压测完成态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推理接口可调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healthz 返回 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p95 &lt; 200ms（本机）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warmup 已执行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452297"/>
            <a:ext cx="7863840" cy="15327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P6.1/P6.2 p66_ml_service：本次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14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7559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755913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诊断模型F1≥0.80并保存；推理服务可调通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2681" y="164592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2681" y="164592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3535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测试集 macro-F1=1.0000 ≥ 门禁 0.80｜model_v1.joblib + manifest 已落盘｜服务真打一发：/health 与 /predict 均 200（客户端共发 105 次）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374401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374401"/>
            <a:ext cx="54864" cy="97027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45669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4566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43840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接入数据库联动；延迟记录完整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32681" y="246584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32681" y="246584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721873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P5 库联动回写 diagnosis 3 条｜延迟记录完整：客户端共发 105 次（含 warmup 5 次）逐条计时 100 条，服务端 stats 同步记录 105 条（两边条数相等=True），计时条数 ≥ 阈值 50（config: min_latency_records）且 mean/p50/p95/p99/max 六项齐备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B/A 档续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P6.1/P6.2 p66_ml_service：本次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15 / 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408686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408686"/>
            <a:ext cx="54864" cy="97027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490982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9098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472694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模型对比+调参记录；服务异常处理(404/参数错)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32681" y="3500126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2681" y="3500126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756158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对比模型 4 个（GBM/LR/RF/RF-tuned）｜GridSearch best_params={'max_depth': '4', 'n_estimators': '50'}｜异常分支逐条实测：探针 8 条全 通过，其中 400/404 类 6/6 条按契约返回（实到状态码 200/400/404）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42971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42971"/>
            <a:ext cx="54864" cy="97027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2526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2526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0697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优秀+ONNX导出或版本对比实验；P7综合项目立项书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32681" y="453441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2681" y="453441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790443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前置优秀档=通过｜ONNX 导出=不可得（离线无 skl2onnx，如实报告）｜版本对比实验：教师包 model_v1.joblib 与本轮 model_v1.joblib 在同一批 10 条特征上逐条比预测，一致 10 条（不一致行 无）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出处：工程化项目/p66_ml_service/output/report.txt 第 84 节「工单验收四档对照」——本机 2026-10-28 05:10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复现：cd 工程化项目/p66_ml_service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P6.1/P6.2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16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66_ml_service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83" y="1792224"/>
            <a:ext cx="9696785" cy="3849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p66_ml_service：工单验收四档对照 第 84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P6.1/P6.2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17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上：p66_ml_service 分层达标逐字输出（见上一页）｜下：pytest 全量实跑（退出码 0，全绿）</a:t>
            </a:r>
          </a:p>
        </p:txBody>
      </p:sp>
      <p:pic>
        <p:nvPicPr>
          <p:cNvPr id="12" name="Picture 11" descr="p66_ml_service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04" y="1792224"/>
            <a:ext cx="8981543" cy="23082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137056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分层达标（第 92 行起）：四档逐字原文，未改写</a:t>
            </a:r>
          </a:p>
        </p:txBody>
      </p:sp>
      <p:pic>
        <p:nvPicPr>
          <p:cNvPr id="14" name="Picture 13" descr="p66_ml_service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704" y="4411376"/>
            <a:ext cx="8981543" cy="12304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3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pytest：56 passed in 131.77s (0:02:11)（本机实跑，非示例）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