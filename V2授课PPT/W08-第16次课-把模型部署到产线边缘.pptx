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5" r:id="rId21"/>
    <p:sldId id="311" r:id="rId63"/>
    <p:sldId id="369" r:id="rId15"/>
    <p:sldId id="370" r:id="rId16"/>
    <p:sldId id="371" r:id="rId17"/>
    <p:sldId id="320" r:id="rId72"/>
    <p:sldId id="368" r:id="rId120"/>
    <p:sldId id="372" r:id="rId18"/>
    <p:sldId id="373" r:id="rId19"/>
    <p:sldId id="374" r:id="rId20"/>
    <p:sldId id="339" r:id="rId91"/>
    <p:sldId id="366" r:id="rId118"/>
    <p:sldId id="367" r:id="rId119"/>
    <p:sldId id="376" r:id="rId22"/>
    <p:sldId id="377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63" Type="http://schemas.openxmlformats.org/officeDocument/2006/relationships/slide" Target="slides/slide2.xml"/><Relationship Id="rId72" Type="http://schemas.openxmlformats.org/officeDocument/2006/relationships/slide" Target="slides/slide6.xml"/><Relationship Id="rId91" Type="http://schemas.openxmlformats.org/officeDocument/2006/relationships/slide" Target="slides/slide11.xml"/><Relationship Id="rId118" Type="http://schemas.openxmlformats.org/officeDocument/2006/relationships/slide" Target="slides/slide12.xml"/><Relationship Id="rId119" Type="http://schemas.openxmlformats.org/officeDocument/2006/relationships/slide" Target="slides/slide13.xml"/><Relationship Id="rId120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开场30秒：本次课《把模型部署到产线边缘》，80分钟＝2课时×40分钟。课前已发工单+starter+微课知识卡，资讯·计划线上完成。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工单发布话术：'数字化转型办公室发来工单P6.2《缺陷检测模型部署》，及格线是推，优秀线看A层标准'——念完发starter。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把模型部署到产线边缘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把模型部署到产线边缘（1）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深度学习轻量化：CNN/LSTM基础回顾、迁移学习概念；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模型导出与部署：ONNX格式、推理接口封装；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边缘部署要点：性能（延迟/吞吐）、模型版本管理；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工单P6.2实操：基于教师端训练产出的预训练缺陷检测模型（离线模型包，训练过程演示回放），学生聚焦评估调参、推理服务封装与性能测试；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课程总结与综合项目（P7，扩展周可选）说明。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工程化代码：同一接口·双后端实现（决策矩阵落地）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kv.py —— Redis 优先，diskcache 进程外等价回退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教学: 同一接口 get/put/incr，两种后端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import time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from config import DISK_CACHE, REDIS_URL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RedisKV: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name = "redis"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url):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import redis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 = redis.Redis.from_url(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url, socket_connect_timeout=1)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put(self, k, v, ttl=60):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self.r.setex(k, ttl, v)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get(self, k):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self.r.get(k)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incr(self, k, ttl=3600):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"""原子计数：API限流(每IP每时N次)"""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self.r.incr(k,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工程化设计：存储引擎抉择 —— 决策矩阵留痕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存储引擎全面 · 会选型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选引擎三问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数据关系复杂?→关系型(SQLite/SQLAlchemy)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时序采样密集?→时序库(duckdb)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KV热点/限流?→Redis/diskcache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决策矩阵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本课矩阵: 引擎/数据特征/当示例/回退B案——机房离线时 Redis→diskcache 同接口回退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① 关系 SQLite   device/points/alerts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② 时序 duckdb   vibration 采样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③ 图   kuzu     topology 拓扑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④ KV   Redis/diskcache 限流缓存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⑤ 向量 chroma   语义检索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决策要点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决策矩阵=记录为何选它/弃它(理由+回切条件)；验收点名考'为什么这么选'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双后端等价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接口单测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同一接口 Redis 与 diskcache 行为一致——接口契约被测试钉住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put/get 往返一致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incr 原子计数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Redis断→diskcache 回退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test_kv_roundtrip(kv):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kv.put("k", "v"); assert kv.get("k") == "v"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test_fallback():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RedisKV.unavailable \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 or use_diskcache() is 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单元(接口) / 集成(多库端到端)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实施任务：工单P6.2《缺陷检测模型部署》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预训练模型包本地推理(≥10样本)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POST /predict服务封装(JSON入出)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延迟测试+版本命名(model_v1)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推理服务可调通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异常处理(404/参数错)+延迟记录+P7立项(超优)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P6.2 推理服务压测完成态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推理接口可调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healthz 返回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p95 &lt; 200ms（本机）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warmup 已执行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